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aba36c378e4031" /><Relationship Type="http://schemas.openxmlformats.org/officeDocument/2006/relationships/extended-properties" Target="/docProps/app.xml" Id="R644c6b5e78574c02" /><Relationship Type="http://schemas.openxmlformats.org/officeDocument/2006/relationships/officeDocument" Target="/ppt/presentation.xml" Id="R510ee92085f74097" /></Relationships>
</file>

<file path=ppt/presentation.xml><?xml version="1.0" encoding="utf-8"?>
<p:presentation xmlns:p="http://schemas.openxmlformats.org/presentationml/2006/main">
  <p:sldMasterIdLst>
    <p:sldMasterId xmlns:r="http://schemas.openxmlformats.org/officeDocument/2006/relationships" id="2147483648" r:id="R3af8e513940743d2"/>
  </p:sldMasterIdLst>
  <p:notesMasterIdLst>
    <p:notesMasterId xmlns:r="http://schemas.openxmlformats.org/officeDocument/2006/relationships" r:id="R98baa4eefbec4b25"/>
  </p:notesMasterIdLst>
  <p:sldIdLst>
    <p:sldId xmlns:r="http://schemas.openxmlformats.org/officeDocument/2006/relationships" id="256" r:id="Rcd583809003845e4"/>
    <p:sldId xmlns:r="http://schemas.openxmlformats.org/officeDocument/2006/relationships" id="257" r:id="Ra7dd60ac7e864e26"/>
    <p:sldId xmlns:r="http://schemas.openxmlformats.org/officeDocument/2006/relationships" id="258" r:id="Rcd544e689f6d49bd"/>
    <p:sldId xmlns:r="http://schemas.openxmlformats.org/officeDocument/2006/relationships" id="259" r:id="R5a1726a1d0434ba9"/>
    <p:sldId xmlns:r="http://schemas.openxmlformats.org/officeDocument/2006/relationships" id="260" r:id="Rf705a1c814d84046"/>
    <p:sldId xmlns:r="http://schemas.openxmlformats.org/officeDocument/2006/relationships" id="261" r:id="R31431574bb45457c"/>
    <p:sldId xmlns:r="http://schemas.openxmlformats.org/officeDocument/2006/relationships" id="262" r:id="R9e339dbfe06b482e"/>
    <p:sldId xmlns:r="http://schemas.openxmlformats.org/officeDocument/2006/relationships" id="263" r:id="R951927f9d78442e5"/>
    <p:sldId xmlns:r="http://schemas.openxmlformats.org/officeDocument/2006/relationships" id="264" r:id="Rb8077a22f93b4db6"/>
    <p:sldId xmlns:r="http://schemas.openxmlformats.org/officeDocument/2006/relationships" id="265" r:id="R0eb0546079124640"/>
    <p:sldId xmlns:r="http://schemas.openxmlformats.org/officeDocument/2006/relationships" id="266" r:id="Rfc7d7998b7d94bdd"/>
    <p:sldId xmlns:r="http://schemas.openxmlformats.org/officeDocument/2006/relationships" id="267" r:id="R15c284aa37df47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c08a0c272a48cc" /><Relationship Type="http://schemas.openxmlformats.org/officeDocument/2006/relationships/slideMaster" Target="/ppt/slideMasters/slideMaster1.xml" Id="R3af8e513940743d2" /><Relationship Type="http://schemas.openxmlformats.org/officeDocument/2006/relationships/notesMaster" Target="/ppt/notesMasters/notesMaster1.xml" Id="R98baa4eefbec4b25" /><Relationship Type="http://schemas.openxmlformats.org/officeDocument/2006/relationships/presProps" Target="/ppt/presProps.xml" Id="R7b0611e14079455a" /><Relationship Type="http://schemas.openxmlformats.org/officeDocument/2006/relationships/tableStyles" Target="/ppt/tableStyles.xml" Id="Rceda119b78f64ecf" /><Relationship Type="http://schemas.openxmlformats.org/officeDocument/2006/relationships/slide" Target="/ppt/slides/slide1.xml" Id="Rcd583809003845e4" /><Relationship Type="http://schemas.openxmlformats.org/officeDocument/2006/relationships/slide" Target="/ppt/slides/slide2.xml" Id="Ra7dd60ac7e864e26" /><Relationship Type="http://schemas.openxmlformats.org/officeDocument/2006/relationships/slide" Target="/ppt/slides/slide3.xml" Id="Rcd544e689f6d49bd" /><Relationship Type="http://schemas.openxmlformats.org/officeDocument/2006/relationships/slide" Target="/ppt/slides/slide4.xml" Id="R5a1726a1d0434ba9" /><Relationship Type="http://schemas.openxmlformats.org/officeDocument/2006/relationships/slide" Target="/ppt/slides/slide5.xml" Id="Rf705a1c814d84046" /><Relationship Type="http://schemas.openxmlformats.org/officeDocument/2006/relationships/slide" Target="/ppt/slides/slide6.xml" Id="R31431574bb45457c" /><Relationship Type="http://schemas.openxmlformats.org/officeDocument/2006/relationships/slide" Target="/ppt/slides/slide7.xml" Id="R9e339dbfe06b482e" /><Relationship Type="http://schemas.openxmlformats.org/officeDocument/2006/relationships/slide" Target="/ppt/slides/slide8.xml" Id="R951927f9d78442e5" /><Relationship Type="http://schemas.openxmlformats.org/officeDocument/2006/relationships/slide" Target="/ppt/slides/slide9.xml" Id="Rb8077a22f93b4db6" /><Relationship Type="http://schemas.openxmlformats.org/officeDocument/2006/relationships/slide" Target="/ppt/slides/slide10.xml" Id="R0eb0546079124640" /><Relationship Type="http://schemas.openxmlformats.org/officeDocument/2006/relationships/slide" Target="/ppt/slides/slide11.xml" Id="Rfc7d7998b7d94bdd" /><Relationship Type="http://schemas.openxmlformats.org/officeDocument/2006/relationships/slide" Target="/ppt/slides/slide12.xml" Id="R15c284aa37df47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1c889944cd45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327bd709664a30" /><Relationship Type="http://schemas.openxmlformats.org/officeDocument/2006/relationships/notesMaster" Target="/ppt/notesMasters/notesMaster1.xml" Id="Re20257364c5b4d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8db4ab1ec94916" /><Relationship Type="http://schemas.openxmlformats.org/officeDocument/2006/relationships/notesMaster" Target="/ppt/notesMasters/notesMaster1.xml" Id="Rf09dbd5eaa06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767140343947f9" /><Relationship Type="http://schemas.openxmlformats.org/officeDocument/2006/relationships/notesMaster" Target="/ppt/notesMasters/notesMaster1.xml" Id="Rbed7a12dfe2649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170d2044c44cc5" /><Relationship Type="http://schemas.openxmlformats.org/officeDocument/2006/relationships/notesMaster" Target="/ppt/notesMasters/notesMaster1.xml" Id="R13ef6171f95d40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ee45ebb963499d" /><Relationship Type="http://schemas.openxmlformats.org/officeDocument/2006/relationships/notesMaster" Target="/ppt/notesMasters/notesMaster1.xml" Id="R55bfca4c342345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03f3a70e8a4f6b" /><Relationship Type="http://schemas.openxmlformats.org/officeDocument/2006/relationships/notesMaster" Target="/ppt/notesMasters/notesMaster1.xml" Id="R3b4ed577f91c4a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1c5751ae4f4f7f" /><Relationship Type="http://schemas.openxmlformats.org/officeDocument/2006/relationships/notesMaster" Target="/ppt/notesMasters/notesMaster1.xml" Id="R2bf85bb1e62d4e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135ebe3f7c4453" /><Relationship Type="http://schemas.openxmlformats.org/officeDocument/2006/relationships/notesMaster" Target="/ppt/notesMasters/notesMaster1.xml" Id="Rd826a0207cf947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d90d0fb2c64d06" /><Relationship Type="http://schemas.openxmlformats.org/officeDocument/2006/relationships/notesMaster" Target="/ppt/notesMasters/notesMaster1.xml" Id="R48539483aaed49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f1eecfd6fa4faf" /><Relationship Type="http://schemas.openxmlformats.org/officeDocument/2006/relationships/notesMaster" Target="/ppt/notesMasters/notesMaster1.xml" Id="R2d2b1bb3b38e45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5be196e0e04abb" /><Relationship Type="http://schemas.openxmlformats.org/officeDocument/2006/relationships/notesMaster" Target="/ppt/notesMasters/notesMaster1.xml" Id="Rfca956f5921846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8a8e0b91b3648a2" /><Relationship Type="http://schemas.openxmlformats.org/officeDocument/2006/relationships/notesMaster" Target="/ppt/notesMasters/notesMaster1.xml" Id="R99e9ce02122d49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00:00–00:15. Suntem Flight Club. Construim FlyLeaf pentru echipele care țin aeroportul în mișcare. Legăm documentele de responsabilități și de ce se întâmplă efectiv în operațiuni.</a:t>
            </a:r>
          </a:p>
          <a:p xmlns:a="http://schemas.openxmlformats.org/drawingml/2006/main">
            <a:r>
              <a:t>Proveniență: implementarea din acest repository, 1 noiembrie 2026. Datele prezentării sunt din corpusul și istoricul sintetic al aplicației.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00:15–00:35. În exemplul nostru, FL634 pleacă cu 18 minute întârziere. Un KPI roșu semnalează problema, dar echipa trebuie să afle ce s-a întâmplat și ce schimbă pentru data viitoare. Dacă documentele, pontajul și responsabilitățile rămân separate, investigația devine încă o sarcină administrativă.</a:t>
            </a:r>
          </a:p>
          <a:p xmlns:a="http://schemas.openxmlformats.org/drawingml/2006/main">
            <a:r>
              <a:t>Dovadă: captura ledger.png, registru complet filtrat FL634, 27 octombrie. Acesta este un caz sintetic, nu un incident atribuit unui aeroport real. Nu extrapola procentul afișat pentru un singur zbor la întregul aeroport.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00:35–01:00. Digitalizarea începe cu un lucru concret: documentul corect și persoana care trebuie să decidă. Aici vedem dosarul unei scări pentru pasageri. Contractul, raportul de prestare, recepția și factura sunt legate. OCR-ul local face scanările căutabile. Aprobarea aparține unei versiuni, iar absența unui coleg poate fi acoperită prin delegare. Reducerea timpului este obiectivul pe care îl vom măsura în pilot, nu o economie deja demonstrată.</a:t>
            </a:r>
          </a:p>
          <a:p xmlns:a="http://schemas.openxmlformats.org/drawingml/2006/main">
            <a:r>
              <a:t>Surse: backend/app/documents, extraction, workflows, tasks; captura document-flow.png. Corpusul de bază și scenariile suplimentare includ 170 PDF-uri sursă. Numărul vizibil depinde de acces.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01:00–01:30. Deschidem evenimentul, nu ne oprim la culoarea zborului. Poarta trebuia deschisă la 12:20 și s-a deschis la 12:38. Vedem operatorul de rezervă și pontajul care precedă acțiunea. Putem merge la istoricul porții, al persoanei sau al zborului. Alimentarea și curățenia pot rula simultan, dar plecarea are condiții explicite. Asta face registrul util pentru verificare, nu doar pentru o listă de mesaje.</a:t>
            </a:r>
          </a:p>
          <a:p xmlns:a="http://schemas.openxmlformats.org/drawingml/2006/main">
            <a:r>
              <a:t>Surse: docs/ATOMIC_OPERATIONS_LEDGER.md; backend/app/operations/event_rules.py și atomic_ledger.py; captura operation-fact.png. Ora originală de înregistrare a istoricului generat nu este inventată.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01:30–02:00. SOP înseamnă procedură standard de operare. Biblioteca arată când începe fiecare pas, cine îl execută și ce dovadă rămâne. În cazul porții, putem evalua o confirmare mai timpurie a înlocuitorului. Este o schimbare de analizat local. FlyLeaf creează o ciornă și o duce prin avizare; nu rescrie în tăcere procedura aprobată.</a:t>
            </a:r>
          </a:p>
          <a:p xmlns:a="http://schemas.openxmlformats.org/drawingml/2006/main">
            <a:r>
              <a:t>Surse: docs/SOP_OPTIMIZATION.md, operations/procedures/catalog.py. Cele 12 modele sunt originale, de lucru, nu manuale certificate ale aeroporturilor. Captura sop.png.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02:00–02:25. Luna analizează la cerere dovezile selectate și procedura relevantă. Propune pași, riscuri și un pilot, cu referințe pe care le putem deschide. Serverul verifică structura și referințele. Omul verifică interpretarea și aprobă ciorna. Rezultatele se păstrează, iar schimbarea dovezilor le marchează ca necesitând reanalizare. O citare validă nu garantează că modelul a interpretat corect situația.</a:t>
            </a:r>
          </a:p>
          <a:p xmlns:a="http://schemas.openxmlformats.org/drawingml/2006/main">
            <a:r>
              <a:t>Surse: backend/app/llm/service.py, operations/procedures/engine.py și service.py, docs/SOP_OPTIMIZATION.md. Acesta este fluxul implementat, nu un rezultat LLM inventat pentru prezentare.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02:25–02:50. O procedură utilă poate conține informații care nu trebuie trimise partenerului. Selectăm ce mascăm sau cerem sugestii contextualizate de la Luna. Verificăm copia și autorizăm explicit destinatarul și expirarea. Originalul rămâne intact. Revocarea oprește accesul ulterior prin platformă, dar nu poate retrage o copie deja descărcată.</a:t>
            </a:r>
          </a:p>
          <a:p xmlns:a="http://schemas.openxmlformats.org/drawingml/2006/main">
            <a:r>
              <a:t>Surse: docs/LUNA_REDACTION.md; backend/app/sharing/studio.py, suggestions.py, service.py. Captura redaction.png arată editorul real. Mascarea este o decizie umană, nu o garanție automată de conformitate.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02:50–03:15. Craiova poate transmite o procedură către un contact eligibil din Sibiu. Participarea este voluntară, iar fiecare aeroport își păstrează baza de date și documentele. Mesajele au destinatari nominali; documentul atașat are propriul drept de acces. Ideea poate servi și aeroporturi administrate de aceeași organizație. Adaptarea și aprobarea locală rămân necesare.</a:t>
            </a:r>
          </a:p>
          <a:p xmlns:a="http://schemas.openxmlformats.org/drawingml/2006/main">
            <a:r>
              <a:t>Surse: docs/PARTNER_COORDINATION_API.md și backend/app/collaboration. Partenerii sunt configurați explicit, nu descoperiți automat pe internet. Sincronizarea este pornită de sesiuni autorizate vizibile/API reads. Un mesaj personal nu restrânge un grant documentar deja autorizat pentru aeroport.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03:15–04:30. Treci în aplicație. 20 secunde: deschide FL634 din 27 octombrie, apoi Poartă deschisă și legătura la operator/pontaj. 25 secunde: arată o analiză Luna deja salvată, spune că este salvată, deschide o dovadă și ciorna SOP. 20 secunde: arată copia revizuită într-un mesaj și documentul primit de partener. Păstrează 10 secunde pentru tranziții. Pregătește grantul, aprobările și ambele sesiuni înainte. Nu genera AI pe scenă și nu promite că scenariul istoric se schimbă când scanezi un card. NFC poate fi un scurt intro separat, cu stația deja autentificată.</a:t>
            </a:r>
          </a:p>
          <a:p xmlns:a="http://schemas.openxmlformats.org/drawingml/2006/main">
            <a:r>
              <a:t>Surse: README.md, docs/OPERATIONS_DEMO.md și PARTNER_COORDINATION_API.md. Dacă nu există o analiză salvată validă, arată biblioteca și fluxul de ciornă, fără să prezinți text scris manual drept răspuns 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04:30–05:00. Avantajul pe care vrem să îl demonstrăm este continuitatea: găsim dovada, înțelegem responsabilitatea, propunem o procedură și o putem transmite controlat unui partener. Căutăm un aeroport și un partener pentru un pilot pe un singur flux. Măsurăm timpul până la documentul corect, durata aprobării și erorile factuale din sugestii. Suntem Flight Club, iar acesta este FlyLeaf.</a:t>
            </a:r>
          </a:p>
          <a:p xmlns:a="http://schemas.openxmlformats.org/drawingml/2006/main">
            <a:r>
              <a:t>Aceasta este poziționarea produsului, nu o comparație exhaustivă cu toate produsele concurente. Nu afirmăm economii sau rezultate operaționale încă nemăsurate.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ANEXĂ, în afara celor 5 minute. Rapoartele folosesc documentele, sarcinile, granturile și evenimentele operaționale existente. Filtrele duc la surse, monedele rămân separate, iar zborurile neîncheiate nu devin plecări la timp. Pagina nu generează date doar pentru grafice.</a:t>
            </a:r>
          </a:p>
          <a:p xmlns:a="http://schemas.openxmlformats.org/drawingml/2006/main">
            <a:r>
              <a:t>Surse: docs/REPORTS.md, backend/app/reports; captura reports.png. Valorile sunt din setul sintetic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ANEXĂ pentru întrebări tehnice. Fiecare aeroport are propriile date și identități. Tailscale este o intrare HTTPS suplimentară către aceeași instalare Docker. Fluxurile se sprijină pe versiuni și sarcini explicite, iar OCR-ul local rămâne disponibil fără LLM. Semnăturile folosesc certificate demonstrative. Nu există integrare reală ATC, bancară sau e-Factura.</a:t>
            </a:r>
          </a:p>
          <a:p xmlns:a="http://schemas.openxmlformats.org/drawingml/2006/main">
            <a:r>
              <a:t>Surse: docs/TECH_STACK_AND_CONCEPTS.md, docs/MODULE_ARCHITECTURE.md și lockfile-urile proiectului.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ed52587d8748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a3daa30e4e4f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86d6170437497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ef9862dfea240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e70dd158e2c44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0286d1154746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80B730-9EA0-4200-8FC8-CDA9803A750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764EEEF-418B-46A8-8DB0-5CE5D9A3203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DF03ED1-0A75-4D31-8719-CCCFF529E75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0A34B2-E3F6-4E2D-A459-B988E16C8E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6F9179F-1B19-444F-A486-8E516068B4F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3B7282F-26A2-4854-93BC-9BA0B57156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58FDC0-59FE-4A16-9EDC-D5DB90A55F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83ACC2-6516-4C1A-B44D-03EAB6E83B6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0F684D-BA5B-45D1-8089-4FCC3258C6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272A38-8DC0-4D8C-8C32-DF4FE76699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22e20e5e0c41a0" /><Relationship Type="http://schemas.openxmlformats.org/officeDocument/2006/relationships/slideLayout" Target="/ppt/slideLayouts/slideLayout1.xml" Id="Rad60f7d558bc446e" /><Relationship Type="http://schemas.openxmlformats.org/officeDocument/2006/relationships/slideLayout" Target="/ppt/slideLayouts/slideLayout2.xml" Id="R4003c79e5c0341a6" /><Relationship Type="http://schemas.openxmlformats.org/officeDocument/2006/relationships/slideLayout" Target="/ppt/slideLayouts/slideLayout3.xml" Id="R09b31ffc165443f6" /><Relationship Type="http://schemas.openxmlformats.org/officeDocument/2006/relationships/slideLayout" Target="/ppt/slideLayouts/slideLayout4.xml" Id="R514362f26a97459e" /><Relationship Type="http://schemas.openxmlformats.org/officeDocument/2006/relationships/slideLayout" Target="/ppt/slideLayouts/slideLayout5.xml" Id="R069fe830ed734c03" /><Relationship Type="http://schemas.openxmlformats.org/officeDocument/2006/relationships/slideLayout" Target="/ppt/slideLayouts/slideLayout6.xml" Id="Rbb4a13c0333c48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60f7d558bc446e"/>
    <p:sldLayoutId xmlns:r="http://schemas.openxmlformats.org/officeDocument/2006/relationships" id="2147483650" r:id="R4003c79e5c0341a6"/>
    <p:sldLayoutId xmlns:r="http://schemas.openxmlformats.org/officeDocument/2006/relationships" id="2147483651" r:id="R09b31ffc165443f6"/>
    <p:sldLayoutId xmlns:r="http://schemas.openxmlformats.org/officeDocument/2006/relationships" id="2147483652" r:id="R514362f26a97459e"/>
    <p:sldLayoutId xmlns:r="http://schemas.openxmlformats.org/officeDocument/2006/relationships" id="2147483653" r:id="R069fe830ed734c03"/>
    <p:sldLayoutId xmlns:r="http://schemas.openxmlformats.org/officeDocument/2006/relationships" id="2147483654" r:id="Rbb4a13c0333c48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e889598e4d945e2" /><Relationship Type="http://schemas.openxmlformats.org/officeDocument/2006/relationships/notesSlide" Target="/ppt/notesSlides/notesSlide1.xml" Id="R1c0121f31ea945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cf8824771dc4831" /><Relationship Type="http://schemas.openxmlformats.org/officeDocument/2006/relationships/image" Target="/ppt/media/image.png" Id="Rfbc5b02764844e5e" /><Relationship Type="http://schemas.openxmlformats.org/officeDocument/2006/relationships/notesSlide" Target="/ppt/notesSlides/notesSlide2.xml" Id="Re59b385885784c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9cea9b2f894383" /><Relationship Type="http://schemas.openxmlformats.org/officeDocument/2006/relationships/image" Target="/ppt/media/image2.png" Id="R79be03805300465e" /><Relationship Type="http://schemas.openxmlformats.org/officeDocument/2006/relationships/notesSlide" Target="/ppt/notesSlides/notesSlide3.xml" Id="Rd25e0ef19ce34b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53c57a37e52409b" /><Relationship Type="http://schemas.openxmlformats.org/officeDocument/2006/relationships/image" Target="/ppt/media/image3.png" Id="Rba73c8b367674d5b" /><Relationship Type="http://schemas.openxmlformats.org/officeDocument/2006/relationships/notesSlide" Target="/ppt/notesSlides/notesSlide4.xml" Id="Rf93f1473c17a4e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dee39e636f4483e" /><Relationship Type="http://schemas.openxmlformats.org/officeDocument/2006/relationships/image" Target="/ppt/media/image4.png" Id="R08c7623ca5ad4a7b" /><Relationship Type="http://schemas.openxmlformats.org/officeDocument/2006/relationships/notesSlide" Target="/ppt/notesSlides/notesSlide5.xml" Id="Rba161d33c9ba49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0cd6c60dead4840" /><Relationship Type="http://schemas.openxmlformats.org/officeDocument/2006/relationships/notesSlide" Target="/ppt/notesSlides/notesSlide6.xml" Id="Re42f8e3c7ea44f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1f4d059b6c746a3" /><Relationship Type="http://schemas.openxmlformats.org/officeDocument/2006/relationships/image" Target="/ppt/media/image5.png" Id="R8b79d915b755476a" /><Relationship Type="http://schemas.openxmlformats.org/officeDocument/2006/relationships/notesSlide" Target="/ppt/notesSlides/notesSlide7.xml" Id="R54b994a92bcc43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174fe7b0fdb4bd6" /><Relationship Type="http://schemas.openxmlformats.org/officeDocument/2006/relationships/notesSlide" Target="/ppt/notesSlides/notesSlide8.xml" Id="R87b2f554b2ed49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fcefe0213444c59" /><Relationship Type="http://schemas.openxmlformats.org/officeDocument/2006/relationships/notesSlide" Target="/ppt/notesSlides/notesSlide9.xml" Id="R9c0bd205e83242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909ce4f81874fc4" /><Relationship Type="http://schemas.openxmlformats.org/officeDocument/2006/relationships/notesSlide" Target="/ppt/notesSlides/notesSlide10.xml" Id="R3097d5f55ae348c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60b29f2e10e489a" /><Relationship Type="http://schemas.openxmlformats.org/officeDocument/2006/relationships/image" Target="/ppt/media/image6.png" Id="R0ee57d7390ea464a" /><Relationship Type="http://schemas.openxmlformats.org/officeDocument/2006/relationships/notesSlide" Target="/ppt/notesSlides/notesSlide11.xml" Id="R23890734b4734c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3e2226395bd4538" /><Relationship Type="http://schemas.openxmlformats.org/officeDocument/2006/relationships/notesSlide" Target="/ppt/notesSlides/notesSlide12.xml" Id="R75c6cde3e0c44550" /></Relationships>
</file>

<file path=ppt/slides/slide1.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6" name="brand-footer">
            <a:extLst xmlns:a="http://schemas.openxmlformats.org/drawingml/2006/main">
              <a:ext uri="{FF2B5EF4-FFF2-40B4-BE49-F238E27FC236}">
                <a16:creationId xmlns:a16="http://schemas.microsoft.com/office/drawing/2014/main" id="{EE1CB0AC-B69B-40D1-846C-CF6D7EF1BA5A}"/>
              </a:ext>
            </a:extLst>
          </p:cNvPr>
          <p:cNvSpPr>
            <a:spLocks xmlns:a="http://schemas.openxmlformats.org/drawingml/2006/main" noGrp="1"/>
          </p:cNvSpPr>
          <p:nvPr/>
        </p:nvSpPr>
        <p:spPr>
          <a:xfrm xmlns:a="http://schemas.openxmlformats.org/drawingml/2006/main">
            <a:off x="609600" y="638175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A8BFC9"/>
                </a:solidFill>
                <a:latin typeface="Arial"/>
                <a:ea typeface="Arial"/>
                <a:cs typeface="Arial"/>
              </a:defRPr>
            </a:defPPr>
            <a:lvl1pPr>
              <a:defRPr sz="1200" b="0">
                <a:solidFill>
                  <a:srgbClr val="A8BFC9"/>
                </a:solidFill>
                <a:latin typeface="Arial"/>
                <a:ea typeface="Arial"/>
                <a:cs typeface="Arial"/>
              </a:defRPr>
            </a:lvl1pPr>
            <a:lvl2pPr>
              <a:defRPr sz="1200" b="0">
                <a:solidFill>
                  <a:srgbClr val="A8BFC9"/>
                </a:solidFill>
                <a:latin typeface="Arial"/>
                <a:ea typeface="Arial"/>
                <a:cs typeface="Arial"/>
              </a:defRPr>
            </a:lvl2pPr>
            <a:lvl3pPr>
              <a:defRPr sz="1200" b="0">
                <a:solidFill>
                  <a:srgbClr val="A8BFC9"/>
                </a:solidFill>
                <a:latin typeface="Arial"/>
                <a:ea typeface="Arial"/>
                <a:cs typeface="Arial"/>
              </a:defRPr>
            </a:lvl3pPr>
            <a:lvl4pPr>
              <a:defRPr sz="1200" b="0">
                <a:solidFill>
                  <a:srgbClr val="A8BFC9"/>
                </a:solidFill>
                <a:latin typeface="Arial"/>
                <a:ea typeface="Arial"/>
                <a:cs typeface="Arial"/>
              </a:defRPr>
            </a:lvl4pPr>
            <a:lvl5pPr>
              <a:defRPr sz="1200" b="0">
                <a:solidFill>
                  <a:srgbClr val="A8BFC9"/>
                </a:solidFill>
                <a:latin typeface="Arial"/>
                <a:ea typeface="Arial"/>
                <a:cs typeface="Arial"/>
              </a:defRPr>
            </a:lvl5pPr>
            <a:lvl6pPr>
              <a:defRPr sz="1200" b="0">
                <a:solidFill>
                  <a:srgbClr val="A8BFC9"/>
                </a:solidFill>
                <a:latin typeface="Arial"/>
                <a:ea typeface="Arial"/>
                <a:cs typeface="Arial"/>
              </a:defRPr>
            </a:lvl6pPr>
            <a:lvl7pPr>
              <a:defRPr sz="1200" b="0">
                <a:solidFill>
                  <a:srgbClr val="A8BFC9"/>
                </a:solidFill>
                <a:latin typeface="Arial"/>
                <a:ea typeface="Arial"/>
                <a:cs typeface="Arial"/>
              </a:defRPr>
            </a:lvl7pPr>
            <a:lvl8pPr>
              <a:defRPr sz="1200" b="0">
                <a:solidFill>
                  <a:srgbClr val="A8BFC9"/>
                </a:solidFill>
                <a:latin typeface="Arial"/>
                <a:ea typeface="Arial"/>
                <a:cs typeface="Arial"/>
              </a:defRPr>
            </a:lvl8pPr>
            <a:lvl9pPr>
              <a:defRPr sz="1200" b="0">
                <a:solidFill>
                  <a:srgbClr val="A8BFC9"/>
                </a:solidFill>
                <a:latin typeface="Arial"/>
                <a:ea typeface="Arial"/>
                <a:cs typeface="Arial"/>
              </a:defRPr>
            </a:lvl9pPr>
          </a:lstStyle>
          <a:p xmlns:a="http://schemas.openxmlformats.org/drawingml/2006/main">
            <a:pPr>
              <a:defRPr sz="1200" b="0">
                <a:solidFill>
                  <a:srgbClr val="A8BFC9"/>
                </a:solidFill>
                <a:latin typeface="Arial"/>
                <a:ea typeface="Arial"/>
                <a:cs typeface="Arial"/>
              </a:defRPr>
            </a:pPr>
            <a:r>
              <a:rPr sz="1200" b="0">
                <a:solidFill>
                  <a:srgbClr val="A8BFC9"/>
                </a:solidFill>
                <a:latin typeface="Arial"/>
                <a:ea typeface="Arial"/>
                <a:cs typeface="Arial"/>
              </a:rPr>
              <a:t>FlyLeaf  /  Flight Club</a:t>
            </a:r>
          </a:p>
        </p:txBody>
      </p:sp>
      <p:sp>
        <p:nvSpPr>
          <p:cNvPr id="2" name="page-number">
            <a:extLst xmlns:a="http://schemas.openxmlformats.org/drawingml/2006/main">
              <a:ext uri="{FF2B5EF4-FFF2-40B4-BE49-F238E27FC236}">
                <a16:creationId xmlns:a16="http://schemas.microsoft.com/office/drawing/2014/main" id="{A120D6A7-2214-46C1-AC90-2C72BF080452}"/>
              </a:ext>
            </a:extLst>
          </p:cNvPr>
          <p:cNvSpPr>
            <a:spLocks xmlns:a="http://schemas.openxmlformats.org/drawingml/2006/main" noGrp="1"/>
          </p:cNvSpPr>
          <p:nvPr/>
        </p:nvSpPr>
        <p:spPr>
          <a:xfrm xmlns:a="http://schemas.openxmlformats.org/drawingml/2006/main">
            <a:off x="1114425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A8BFC9"/>
                </a:solidFill>
                <a:latin typeface="Arial"/>
                <a:ea typeface="Arial"/>
                <a:cs typeface="Arial"/>
              </a:defRPr>
            </a:defPPr>
            <a:lvl1pPr>
              <a:defRPr sz="1200" b="0">
                <a:solidFill>
                  <a:srgbClr val="A8BFC9"/>
                </a:solidFill>
                <a:latin typeface="Arial"/>
                <a:ea typeface="Arial"/>
                <a:cs typeface="Arial"/>
              </a:defRPr>
            </a:lvl1pPr>
            <a:lvl2pPr>
              <a:defRPr sz="1200" b="0">
                <a:solidFill>
                  <a:srgbClr val="A8BFC9"/>
                </a:solidFill>
                <a:latin typeface="Arial"/>
                <a:ea typeface="Arial"/>
                <a:cs typeface="Arial"/>
              </a:defRPr>
            </a:lvl2pPr>
            <a:lvl3pPr>
              <a:defRPr sz="1200" b="0">
                <a:solidFill>
                  <a:srgbClr val="A8BFC9"/>
                </a:solidFill>
                <a:latin typeface="Arial"/>
                <a:ea typeface="Arial"/>
                <a:cs typeface="Arial"/>
              </a:defRPr>
            </a:lvl3pPr>
            <a:lvl4pPr>
              <a:defRPr sz="1200" b="0">
                <a:solidFill>
                  <a:srgbClr val="A8BFC9"/>
                </a:solidFill>
                <a:latin typeface="Arial"/>
                <a:ea typeface="Arial"/>
                <a:cs typeface="Arial"/>
              </a:defRPr>
            </a:lvl4pPr>
            <a:lvl5pPr>
              <a:defRPr sz="1200" b="0">
                <a:solidFill>
                  <a:srgbClr val="A8BFC9"/>
                </a:solidFill>
                <a:latin typeface="Arial"/>
                <a:ea typeface="Arial"/>
                <a:cs typeface="Arial"/>
              </a:defRPr>
            </a:lvl5pPr>
            <a:lvl6pPr>
              <a:defRPr sz="1200" b="0">
                <a:solidFill>
                  <a:srgbClr val="A8BFC9"/>
                </a:solidFill>
                <a:latin typeface="Arial"/>
                <a:ea typeface="Arial"/>
                <a:cs typeface="Arial"/>
              </a:defRPr>
            </a:lvl6pPr>
            <a:lvl7pPr>
              <a:defRPr sz="1200" b="0">
                <a:solidFill>
                  <a:srgbClr val="A8BFC9"/>
                </a:solidFill>
                <a:latin typeface="Arial"/>
                <a:ea typeface="Arial"/>
                <a:cs typeface="Arial"/>
              </a:defRPr>
            </a:lvl7pPr>
            <a:lvl8pPr>
              <a:defRPr sz="1200" b="0">
                <a:solidFill>
                  <a:srgbClr val="A8BFC9"/>
                </a:solidFill>
                <a:latin typeface="Arial"/>
                <a:ea typeface="Arial"/>
                <a:cs typeface="Arial"/>
              </a:defRPr>
            </a:lvl8pPr>
            <a:lvl9pPr>
              <a:defRPr sz="1200" b="0">
                <a:solidFill>
                  <a:srgbClr val="A8BFC9"/>
                </a:solidFill>
                <a:latin typeface="Arial"/>
                <a:ea typeface="Arial"/>
                <a:cs typeface="Arial"/>
              </a:defRPr>
            </a:lvl9pPr>
          </a:lstStyle>
          <a:p xmlns:a="http://schemas.openxmlformats.org/drawingml/2006/main">
            <a:pPr>
              <a:defRPr sz="1200" b="0">
                <a:solidFill>
                  <a:srgbClr val="A8BFC9"/>
                </a:solidFill>
                <a:latin typeface="Arial"/>
                <a:ea typeface="Arial"/>
                <a:cs typeface="Arial"/>
              </a:defRPr>
            </a:pPr>
            <a:r>
              <a:rPr sz="1200" b="0">
                <a:solidFill>
                  <a:srgbClr val="A8BFC9"/>
                </a:solidFill>
                <a:latin typeface="Arial"/>
                <a:ea typeface="Arial"/>
                <a:cs typeface="Arial"/>
              </a:rPr>
              <a:t>01</a:t>
            </a:r>
          </a:p>
        </p:txBody>
      </p:sp>
      <p:sp>
        <p:nvSpPr>
          <p:cNvPr id="3" name="brand-title">
            <a:extLst xmlns:a="http://schemas.openxmlformats.org/drawingml/2006/main">
              <a:ext uri="{FF2B5EF4-FFF2-40B4-BE49-F238E27FC236}">
                <a16:creationId xmlns:a16="http://schemas.microsoft.com/office/drawing/2014/main" id="{1AFADF08-5218-42C6-97CC-242333C94F1C}"/>
              </a:ext>
            </a:extLst>
          </p:cNvPr>
          <p:cNvSpPr>
            <a:spLocks xmlns:a="http://schemas.openxmlformats.org/drawingml/2006/main" noGrp="1"/>
          </p:cNvSpPr>
          <p:nvPr/>
        </p:nvSpPr>
        <p:spPr>
          <a:xfrm xmlns:a="http://schemas.openxmlformats.org/drawingml/2006/main">
            <a:off x="666750" y="119062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0" b="1">
                <a:solidFill>
                  <a:srgbClr val="F4F7F6"/>
                </a:solidFill>
                <a:latin typeface="Arial"/>
                <a:ea typeface="Arial"/>
                <a:cs typeface="Arial"/>
              </a:defRPr>
            </a:defPPr>
            <a:lvl1pPr>
              <a:defRPr sz="9000" b="1">
                <a:solidFill>
                  <a:srgbClr val="F4F7F6"/>
                </a:solidFill>
                <a:latin typeface="Arial"/>
                <a:ea typeface="Arial"/>
                <a:cs typeface="Arial"/>
              </a:defRPr>
            </a:lvl1pPr>
            <a:lvl2pPr>
              <a:defRPr sz="9000" b="1">
                <a:solidFill>
                  <a:srgbClr val="F4F7F6"/>
                </a:solidFill>
                <a:latin typeface="Arial"/>
                <a:ea typeface="Arial"/>
                <a:cs typeface="Arial"/>
              </a:defRPr>
            </a:lvl2pPr>
            <a:lvl3pPr>
              <a:defRPr sz="9000" b="1">
                <a:solidFill>
                  <a:srgbClr val="F4F7F6"/>
                </a:solidFill>
                <a:latin typeface="Arial"/>
                <a:ea typeface="Arial"/>
                <a:cs typeface="Arial"/>
              </a:defRPr>
            </a:lvl3pPr>
            <a:lvl4pPr>
              <a:defRPr sz="9000" b="1">
                <a:solidFill>
                  <a:srgbClr val="F4F7F6"/>
                </a:solidFill>
                <a:latin typeface="Arial"/>
                <a:ea typeface="Arial"/>
                <a:cs typeface="Arial"/>
              </a:defRPr>
            </a:lvl4pPr>
            <a:lvl5pPr>
              <a:defRPr sz="9000" b="1">
                <a:solidFill>
                  <a:srgbClr val="F4F7F6"/>
                </a:solidFill>
                <a:latin typeface="Arial"/>
                <a:ea typeface="Arial"/>
                <a:cs typeface="Arial"/>
              </a:defRPr>
            </a:lvl5pPr>
            <a:lvl6pPr>
              <a:defRPr sz="9000" b="1">
                <a:solidFill>
                  <a:srgbClr val="F4F7F6"/>
                </a:solidFill>
                <a:latin typeface="Arial"/>
                <a:ea typeface="Arial"/>
                <a:cs typeface="Arial"/>
              </a:defRPr>
            </a:lvl6pPr>
            <a:lvl7pPr>
              <a:defRPr sz="9000" b="1">
                <a:solidFill>
                  <a:srgbClr val="F4F7F6"/>
                </a:solidFill>
                <a:latin typeface="Arial"/>
                <a:ea typeface="Arial"/>
                <a:cs typeface="Arial"/>
              </a:defRPr>
            </a:lvl7pPr>
            <a:lvl8pPr>
              <a:defRPr sz="9000" b="1">
                <a:solidFill>
                  <a:srgbClr val="F4F7F6"/>
                </a:solidFill>
                <a:latin typeface="Arial"/>
                <a:ea typeface="Arial"/>
                <a:cs typeface="Arial"/>
              </a:defRPr>
            </a:lvl8pPr>
            <a:lvl9pPr>
              <a:defRPr sz="9000" b="1">
                <a:solidFill>
                  <a:srgbClr val="F4F7F6"/>
                </a:solidFill>
                <a:latin typeface="Arial"/>
                <a:ea typeface="Arial"/>
                <a:cs typeface="Arial"/>
              </a:defRPr>
            </a:lvl9pPr>
          </a:lstStyle>
          <a:p xmlns:a="http://schemas.openxmlformats.org/drawingml/2006/main">
            <a:pPr>
              <a:defRPr sz="9000" b="1">
                <a:solidFill>
                  <a:srgbClr val="F4F7F6"/>
                </a:solidFill>
                <a:latin typeface="Arial"/>
                <a:ea typeface="Arial"/>
                <a:cs typeface="Arial"/>
              </a:defRPr>
            </a:pPr>
            <a:r>
              <a:rPr sz="9000" b="1">
                <a:solidFill>
                  <a:srgbClr val="F4F7F6"/>
                </a:solidFill>
                <a:latin typeface="Arial"/>
                <a:ea typeface="Arial"/>
                <a:cs typeface="Arial"/>
              </a:rPr>
              <a:t>FlyLeaf</a:t>
            </a:r>
          </a:p>
        </p:txBody>
      </p:sp>
      <p:sp>
        <p:nvSpPr>
          <p:cNvPr id="4" name="tagline">
            <a:extLst xmlns:a="http://schemas.openxmlformats.org/drawingml/2006/main">
              <a:ext uri="{FF2B5EF4-FFF2-40B4-BE49-F238E27FC236}">
                <a16:creationId xmlns:a16="http://schemas.microsoft.com/office/drawing/2014/main" id="{82345D98-613E-43F4-A1D6-D1BCBA016D65}"/>
              </a:ext>
            </a:extLst>
          </p:cNvPr>
          <p:cNvSpPr>
            <a:spLocks xmlns:a="http://schemas.openxmlformats.org/drawingml/2006/main" noGrp="1"/>
          </p:cNvSpPr>
          <p:nvPr/>
        </p:nvSpPr>
        <p:spPr>
          <a:xfrm xmlns:a="http://schemas.openxmlformats.org/drawingml/2006/main">
            <a:off x="723900" y="30480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0">
                <a:solidFill>
                  <a:srgbClr val="71E6BB"/>
                </a:solidFill>
                <a:latin typeface="Arial"/>
                <a:ea typeface="Arial"/>
                <a:cs typeface="Arial"/>
              </a:defRPr>
            </a:defPPr>
            <a:lvl1pPr>
              <a:defRPr sz="3150" b="0">
                <a:solidFill>
                  <a:srgbClr val="71E6BB"/>
                </a:solidFill>
                <a:latin typeface="Arial"/>
                <a:ea typeface="Arial"/>
                <a:cs typeface="Arial"/>
              </a:defRPr>
            </a:lvl1pPr>
            <a:lvl2pPr>
              <a:defRPr sz="3150" b="0">
                <a:solidFill>
                  <a:srgbClr val="71E6BB"/>
                </a:solidFill>
                <a:latin typeface="Arial"/>
                <a:ea typeface="Arial"/>
                <a:cs typeface="Arial"/>
              </a:defRPr>
            </a:lvl2pPr>
            <a:lvl3pPr>
              <a:defRPr sz="3150" b="0">
                <a:solidFill>
                  <a:srgbClr val="71E6BB"/>
                </a:solidFill>
                <a:latin typeface="Arial"/>
                <a:ea typeface="Arial"/>
                <a:cs typeface="Arial"/>
              </a:defRPr>
            </a:lvl3pPr>
            <a:lvl4pPr>
              <a:defRPr sz="3150" b="0">
                <a:solidFill>
                  <a:srgbClr val="71E6BB"/>
                </a:solidFill>
                <a:latin typeface="Arial"/>
                <a:ea typeface="Arial"/>
                <a:cs typeface="Arial"/>
              </a:defRPr>
            </a:lvl4pPr>
            <a:lvl5pPr>
              <a:defRPr sz="3150" b="0">
                <a:solidFill>
                  <a:srgbClr val="71E6BB"/>
                </a:solidFill>
                <a:latin typeface="Arial"/>
                <a:ea typeface="Arial"/>
                <a:cs typeface="Arial"/>
              </a:defRPr>
            </a:lvl5pPr>
            <a:lvl6pPr>
              <a:defRPr sz="3150" b="0">
                <a:solidFill>
                  <a:srgbClr val="71E6BB"/>
                </a:solidFill>
                <a:latin typeface="Arial"/>
                <a:ea typeface="Arial"/>
                <a:cs typeface="Arial"/>
              </a:defRPr>
            </a:lvl6pPr>
            <a:lvl7pPr>
              <a:defRPr sz="3150" b="0">
                <a:solidFill>
                  <a:srgbClr val="71E6BB"/>
                </a:solidFill>
                <a:latin typeface="Arial"/>
                <a:ea typeface="Arial"/>
                <a:cs typeface="Arial"/>
              </a:defRPr>
            </a:lvl7pPr>
            <a:lvl8pPr>
              <a:defRPr sz="3150" b="0">
                <a:solidFill>
                  <a:srgbClr val="71E6BB"/>
                </a:solidFill>
                <a:latin typeface="Arial"/>
                <a:ea typeface="Arial"/>
                <a:cs typeface="Arial"/>
              </a:defRPr>
            </a:lvl8pPr>
            <a:lvl9pPr>
              <a:defRPr sz="3150" b="0">
                <a:solidFill>
                  <a:srgbClr val="71E6BB"/>
                </a:solidFill>
                <a:latin typeface="Arial"/>
                <a:ea typeface="Arial"/>
                <a:cs typeface="Arial"/>
              </a:defRPr>
            </a:lvl9pPr>
          </a:lstStyle>
          <a:p xmlns:a="http://schemas.openxmlformats.org/drawingml/2006/main">
            <a:pPr>
              <a:defRPr sz="3150" b="0">
                <a:solidFill>
                  <a:srgbClr val="71E6BB"/>
                </a:solidFill>
                <a:latin typeface="Arial"/>
                <a:ea typeface="Arial"/>
                <a:cs typeface="Arial"/>
              </a:defRPr>
            </a:pPr>
            <a:r>
              <a:rPr sz="3150" b="0">
                <a:solidFill>
                  <a:srgbClr val="71E6BB"/>
                </a:solidFill>
                <a:latin typeface="Arial"/>
                <a:ea typeface="Arial"/>
                <a:cs typeface="Arial"/>
              </a:rPr>
              <a:t>Aeroporturi care învață împreună.</a:t>
            </a:r>
          </a:p>
        </p:txBody>
      </p:sp>
      <p:sp>
        <p:nvSpPr>
          <p:cNvPr id="5" name="description">
            <a:extLst xmlns:a="http://schemas.openxmlformats.org/drawingml/2006/main">
              <a:ext uri="{FF2B5EF4-FFF2-40B4-BE49-F238E27FC236}">
                <a16:creationId xmlns:a16="http://schemas.microsoft.com/office/drawing/2014/main" id="{1992FD0D-4D6B-415C-B37A-769FE41781B5}"/>
              </a:ext>
            </a:extLst>
          </p:cNvPr>
          <p:cNvSpPr>
            <a:spLocks xmlns:a="http://schemas.openxmlformats.org/drawingml/2006/main" noGrp="1"/>
          </p:cNvSpPr>
          <p:nvPr/>
        </p:nvSpPr>
        <p:spPr>
          <a:xfrm xmlns:a="http://schemas.openxmlformats.org/drawingml/2006/main">
            <a:off x="723900" y="421005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0">
                <a:solidFill>
                  <a:srgbClr val="F4F7F6"/>
                </a:solidFill>
                <a:latin typeface="Arial"/>
                <a:ea typeface="Arial"/>
                <a:cs typeface="Arial"/>
              </a:defRPr>
            </a:defPPr>
            <a:lvl1pPr>
              <a:defRPr sz="2850" b="0">
                <a:solidFill>
                  <a:srgbClr val="F4F7F6"/>
                </a:solidFill>
                <a:latin typeface="Arial"/>
                <a:ea typeface="Arial"/>
                <a:cs typeface="Arial"/>
              </a:defRPr>
            </a:lvl1pPr>
            <a:lvl2pPr>
              <a:defRPr sz="2850" b="0">
                <a:solidFill>
                  <a:srgbClr val="F4F7F6"/>
                </a:solidFill>
                <a:latin typeface="Arial"/>
                <a:ea typeface="Arial"/>
                <a:cs typeface="Arial"/>
              </a:defRPr>
            </a:lvl2pPr>
            <a:lvl3pPr>
              <a:defRPr sz="2850" b="0">
                <a:solidFill>
                  <a:srgbClr val="F4F7F6"/>
                </a:solidFill>
                <a:latin typeface="Arial"/>
                <a:ea typeface="Arial"/>
                <a:cs typeface="Arial"/>
              </a:defRPr>
            </a:lvl3pPr>
            <a:lvl4pPr>
              <a:defRPr sz="2850" b="0">
                <a:solidFill>
                  <a:srgbClr val="F4F7F6"/>
                </a:solidFill>
                <a:latin typeface="Arial"/>
                <a:ea typeface="Arial"/>
                <a:cs typeface="Arial"/>
              </a:defRPr>
            </a:lvl4pPr>
            <a:lvl5pPr>
              <a:defRPr sz="2850" b="0">
                <a:solidFill>
                  <a:srgbClr val="F4F7F6"/>
                </a:solidFill>
                <a:latin typeface="Arial"/>
                <a:ea typeface="Arial"/>
                <a:cs typeface="Arial"/>
              </a:defRPr>
            </a:lvl5pPr>
            <a:lvl6pPr>
              <a:defRPr sz="2850" b="0">
                <a:solidFill>
                  <a:srgbClr val="F4F7F6"/>
                </a:solidFill>
                <a:latin typeface="Arial"/>
                <a:ea typeface="Arial"/>
                <a:cs typeface="Arial"/>
              </a:defRPr>
            </a:lvl6pPr>
            <a:lvl7pPr>
              <a:defRPr sz="2850" b="0">
                <a:solidFill>
                  <a:srgbClr val="F4F7F6"/>
                </a:solidFill>
                <a:latin typeface="Arial"/>
                <a:ea typeface="Arial"/>
                <a:cs typeface="Arial"/>
              </a:defRPr>
            </a:lvl7pPr>
            <a:lvl8pPr>
              <a:defRPr sz="2850" b="0">
                <a:solidFill>
                  <a:srgbClr val="F4F7F6"/>
                </a:solidFill>
                <a:latin typeface="Arial"/>
                <a:ea typeface="Arial"/>
                <a:cs typeface="Arial"/>
              </a:defRPr>
            </a:lvl8pPr>
            <a:lvl9pPr>
              <a:defRPr sz="2850" b="0">
                <a:solidFill>
                  <a:srgbClr val="F4F7F6"/>
                </a:solidFill>
                <a:latin typeface="Arial"/>
                <a:ea typeface="Arial"/>
                <a:cs typeface="Arial"/>
              </a:defRPr>
            </a:lvl9pPr>
          </a:lstStyle>
          <a:p xmlns:a="http://schemas.openxmlformats.org/drawingml/2006/main">
            <a:pPr>
              <a:defRPr sz="2850" b="0">
                <a:solidFill>
                  <a:srgbClr val="F4F7F6"/>
                </a:solidFill>
                <a:latin typeface="Arial"/>
                <a:ea typeface="Arial"/>
                <a:cs typeface="Arial"/>
              </a:defRPr>
            </a:pPr>
            <a:r>
              <a:rPr sz="2850" b="0">
                <a:solidFill>
                  <a:srgbClr val="F4F7F6"/>
                </a:solidFill>
                <a:latin typeface="Arial"/>
                <a:ea typeface="Arial"/>
                <a:cs typeface="Arial"/>
              </a:rPr>
              <a:t>Documente, operațiuni și proceduri</a:t>
            </a:r>
          </a:p>
          <a:p xmlns:a="http://schemas.openxmlformats.org/drawingml/2006/main">
            <a:pPr>
              <a:defRPr sz="2850" b="0">
                <a:solidFill>
                  <a:srgbClr val="F4F7F6"/>
                </a:solidFill>
                <a:latin typeface="Arial"/>
                <a:ea typeface="Arial"/>
                <a:cs typeface="Arial"/>
              </a:defRPr>
            </a:pPr>
            <a:r>
              <a:rPr sz="2850" b="0">
                <a:solidFill>
                  <a:srgbClr val="F4F7F6"/>
                </a:solidFill>
                <a:latin typeface="Arial"/>
                <a:ea typeface="Arial"/>
                <a:cs typeface="Arial"/>
              </a:rPr>
              <a:t>în același spațiu de lucru.</a:t>
            </a:r>
          </a:p>
        </p:txBody>
      </p:sp>
    </p:spTree>
    <p:extLst>
      <p:ext uri="{BB962C8B-B14F-4D97-AF65-F5344CB8AC3E}">
        <p14:creationId xmlns:p14="http://schemas.microsoft.com/office/powerpoint/2010/main" val="1092913349"/>
      </p:ext>
    </p:extLst>
  </p:cSld>
</p:sld>
</file>

<file path=ppt/slides/slide2.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10" name="brand-footer">
            <a:extLst xmlns:a="http://schemas.openxmlformats.org/drawingml/2006/main">
              <a:ext uri="{FF2B5EF4-FFF2-40B4-BE49-F238E27FC236}">
                <a16:creationId xmlns:a16="http://schemas.microsoft.com/office/drawing/2014/main" id="{8849AEA9-D9AA-4728-8EBD-811B76CFB101}"/>
              </a:ext>
            </a:extLst>
          </p:cNvPr>
          <p:cNvSpPr>
            <a:spLocks xmlns:a="http://schemas.openxmlformats.org/drawingml/2006/main" noGrp="1"/>
          </p:cNvSpPr>
          <p:nvPr/>
        </p:nvSpPr>
        <p:spPr>
          <a:xfrm xmlns:a="http://schemas.openxmlformats.org/drawingml/2006/main">
            <a:off x="609600" y="638175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FlyLeaf  /  Flight Club</a:t>
            </a:r>
          </a:p>
        </p:txBody>
      </p:sp>
      <p:sp>
        <p:nvSpPr>
          <p:cNvPr id="2" name="page-number">
            <a:extLst xmlns:a="http://schemas.openxmlformats.org/drawingml/2006/main">
              <a:ext uri="{FF2B5EF4-FFF2-40B4-BE49-F238E27FC236}">
                <a16:creationId xmlns:a16="http://schemas.microsoft.com/office/drawing/2014/main" id="{00232167-0045-4B69-8C32-61F2EEFA3104}"/>
              </a:ext>
            </a:extLst>
          </p:cNvPr>
          <p:cNvSpPr>
            <a:spLocks xmlns:a="http://schemas.openxmlformats.org/drawingml/2006/main" noGrp="1"/>
          </p:cNvSpPr>
          <p:nvPr/>
        </p:nvSpPr>
        <p:spPr>
          <a:xfrm xmlns:a="http://schemas.openxmlformats.org/drawingml/2006/main">
            <a:off x="1114425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02</a:t>
            </a:r>
          </a:p>
        </p:txBody>
      </p:sp>
      <p:sp>
        <p:nvSpPr>
          <p:cNvPr id="3" name="slide-title">
            <a:extLst xmlns:a="http://schemas.openxmlformats.org/drawingml/2006/main">
              <a:ext uri="{FF2B5EF4-FFF2-40B4-BE49-F238E27FC236}">
                <a16:creationId xmlns:a16="http://schemas.microsoft.com/office/drawing/2014/main" id="{9D4ED18E-0680-403C-89FB-1961AFC49E15}"/>
              </a:ext>
            </a:extLst>
          </p:cNvPr>
          <p:cNvSpPr>
            <a:spLocks xmlns:a="http://schemas.openxmlformats.org/drawingml/2006/main" noGrp="1"/>
          </p:cNvSpPr>
          <p:nvPr/>
        </p:nvSpPr>
        <p:spPr>
          <a:xfrm xmlns:a="http://schemas.openxmlformats.org/drawingml/2006/main">
            <a:off x="609600" y="523875"/>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12A3A"/>
                </a:solidFill>
                <a:latin typeface="Arial"/>
                <a:ea typeface="Arial"/>
                <a:cs typeface="Arial"/>
              </a:defRPr>
            </a:defPPr>
            <a:lvl1pPr>
              <a:defRPr sz="3600" b="1">
                <a:solidFill>
                  <a:srgbClr val="112A3A"/>
                </a:solidFill>
                <a:latin typeface="Arial"/>
                <a:ea typeface="Arial"/>
                <a:cs typeface="Arial"/>
              </a:defRPr>
            </a:lvl1pPr>
            <a:lvl2pPr>
              <a:defRPr sz="3600" b="1">
                <a:solidFill>
                  <a:srgbClr val="112A3A"/>
                </a:solidFill>
                <a:latin typeface="Arial"/>
                <a:ea typeface="Arial"/>
                <a:cs typeface="Arial"/>
              </a:defRPr>
            </a:lvl2pPr>
            <a:lvl3pPr>
              <a:defRPr sz="3600" b="1">
                <a:solidFill>
                  <a:srgbClr val="112A3A"/>
                </a:solidFill>
                <a:latin typeface="Arial"/>
                <a:ea typeface="Arial"/>
                <a:cs typeface="Arial"/>
              </a:defRPr>
            </a:lvl3pPr>
            <a:lvl4pPr>
              <a:defRPr sz="3600" b="1">
                <a:solidFill>
                  <a:srgbClr val="112A3A"/>
                </a:solidFill>
                <a:latin typeface="Arial"/>
                <a:ea typeface="Arial"/>
                <a:cs typeface="Arial"/>
              </a:defRPr>
            </a:lvl4pPr>
            <a:lvl5pPr>
              <a:defRPr sz="3600" b="1">
                <a:solidFill>
                  <a:srgbClr val="112A3A"/>
                </a:solidFill>
                <a:latin typeface="Arial"/>
                <a:ea typeface="Arial"/>
                <a:cs typeface="Arial"/>
              </a:defRPr>
            </a:lvl5pPr>
            <a:lvl6pPr>
              <a:defRPr sz="3600" b="1">
                <a:solidFill>
                  <a:srgbClr val="112A3A"/>
                </a:solidFill>
                <a:latin typeface="Arial"/>
                <a:ea typeface="Arial"/>
                <a:cs typeface="Arial"/>
              </a:defRPr>
            </a:lvl6pPr>
            <a:lvl7pPr>
              <a:defRPr sz="3600" b="1">
                <a:solidFill>
                  <a:srgbClr val="112A3A"/>
                </a:solidFill>
                <a:latin typeface="Arial"/>
                <a:ea typeface="Arial"/>
                <a:cs typeface="Arial"/>
              </a:defRPr>
            </a:lvl7pPr>
            <a:lvl8pPr>
              <a:defRPr sz="3600" b="1">
                <a:solidFill>
                  <a:srgbClr val="112A3A"/>
                </a:solidFill>
                <a:latin typeface="Arial"/>
                <a:ea typeface="Arial"/>
                <a:cs typeface="Arial"/>
              </a:defRPr>
            </a:lvl8pPr>
            <a:lvl9pPr>
              <a:defRPr sz="3600" b="1">
                <a:solidFill>
                  <a:srgbClr val="112A3A"/>
                </a:solidFill>
                <a:latin typeface="Arial"/>
                <a:ea typeface="Arial"/>
                <a:cs typeface="Arial"/>
              </a:defRPr>
            </a:lvl9pPr>
          </a:lstStyle>
          <a:p xmlns:a="http://schemas.openxmlformats.org/drawingml/2006/main">
            <a:pPr>
              <a:defRPr sz="3600" b="1">
                <a:solidFill>
                  <a:srgbClr val="112A3A"/>
                </a:solidFill>
                <a:latin typeface="Arial"/>
                <a:ea typeface="Arial"/>
                <a:cs typeface="Arial"/>
              </a:defRPr>
            </a:pPr>
            <a:r>
              <a:rPr sz="3600" b="1">
                <a:solidFill>
                  <a:srgbClr val="112A3A"/>
                </a:solidFill>
                <a:latin typeface="Arial"/>
                <a:ea typeface="Arial"/>
                <a:cs typeface="Arial"/>
              </a:rPr>
              <a:t>18 minute întârziere. Unde s-a rupt fluxul?</a:t>
            </a:r>
          </a:p>
        </p:txBody>
      </p:sp>
      <p:pic>
        <p:nvPicPr>
          <p:cNvPr id="4" name="">
            <a:extLst xmlns:a="http://schemas.openxmlformats.org/drawingml/2006/main">
              <a:ext uri="{FF2B5EF4-FFF2-40B4-BE49-F238E27FC236}">
                <a16:creationId xmlns:a16="http://schemas.microsoft.com/office/drawing/2014/main" id="{0ABDD93C-E7A8-4CC6-8025-37B42F4B42BB}"/>
              </a:ext>
            </a:extLst>
          </p:cNvPr>
          <p:cNvPicPr>
            <a:picLocks xmlns:a="http://schemas.openxmlformats.org/drawingml/2006/main" noChangeAspect="1"/>
          </p:cNvPicPr>
          <p:nvPr/>
        </p:nvPicPr>
        <p:blipFill>
          <a:blip xmlns:r="http://schemas.openxmlformats.org/officeDocument/2006/relationships" xmlns:a="http://schemas.openxmlformats.org/drawingml/2006/main" r:embed="Rfbc5b02764844e5e"/>
          <a:stretch xmlns:a="http://schemas.openxmlformats.org/drawingml/2006/main"/>
        </p:blipFill>
        <p:spPr>
          <a:xfrm xmlns:a="http://schemas.openxmlformats.org/drawingml/2006/main">
            <a:off x="4719638" y="1809750"/>
            <a:ext cx="6429375" cy="4286250"/>
          </a:xfrm>
          <a:prstGeom xmlns:a="http://schemas.openxmlformats.org/drawingml/2006/main" prst="rect">
            <a:avLst/>
          </a:prstGeom>
        </p:spPr>
      </p:pic>
      <p:sp>
        <p:nvSpPr>
          <p:cNvPr id="5" name="lead">
            <a:extLst xmlns:a="http://schemas.openxmlformats.org/drawingml/2006/main">
              <a:ext uri="{FF2B5EF4-FFF2-40B4-BE49-F238E27FC236}">
                <a16:creationId xmlns:a16="http://schemas.microsoft.com/office/drawing/2014/main" id="{1F8EB55C-7F9F-4DCF-A490-2400F0FCEEEC}"/>
              </a:ext>
            </a:extLst>
          </p:cNvPr>
          <p:cNvSpPr>
            <a:spLocks xmlns:a="http://schemas.openxmlformats.org/drawingml/2006/main" noGrp="1"/>
          </p:cNvSpPr>
          <p:nvPr/>
        </p:nvSpPr>
        <p:spPr>
          <a:xfrm xmlns:a="http://schemas.openxmlformats.org/drawingml/2006/main">
            <a:off x="609600" y="1952625"/>
            <a:ext cx="3381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12A3A"/>
                </a:solidFill>
                <a:latin typeface="Arial"/>
                <a:ea typeface="Arial"/>
                <a:cs typeface="Arial"/>
              </a:defRPr>
            </a:defPPr>
            <a:lvl1pPr>
              <a:defRPr sz="2325" b="1">
                <a:solidFill>
                  <a:srgbClr val="112A3A"/>
                </a:solidFill>
                <a:latin typeface="Arial"/>
                <a:ea typeface="Arial"/>
                <a:cs typeface="Arial"/>
              </a:defRPr>
            </a:lvl1pPr>
            <a:lvl2pPr>
              <a:defRPr sz="2325" b="1">
                <a:solidFill>
                  <a:srgbClr val="112A3A"/>
                </a:solidFill>
                <a:latin typeface="Arial"/>
                <a:ea typeface="Arial"/>
                <a:cs typeface="Arial"/>
              </a:defRPr>
            </a:lvl2pPr>
            <a:lvl3pPr>
              <a:defRPr sz="2325" b="1">
                <a:solidFill>
                  <a:srgbClr val="112A3A"/>
                </a:solidFill>
                <a:latin typeface="Arial"/>
                <a:ea typeface="Arial"/>
                <a:cs typeface="Arial"/>
              </a:defRPr>
            </a:lvl3pPr>
            <a:lvl4pPr>
              <a:defRPr sz="2325" b="1">
                <a:solidFill>
                  <a:srgbClr val="112A3A"/>
                </a:solidFill>
                <a:latin typeface="Arial"/>
                <a:ea typeface="Arial"/>
                <a:cs typeface="Arial"/>
              </a:defRPr>
            </a:lvl4pPr>
            <a:lvl5pPr>
              <a:defRPr sz="2325" b="1">
                <a:solidFill>
                  <a:srgbClr val="112A3A"/>
                </a:solidFill>
                <a:latin typeface="Arial"/>
                <a:ea typeface="Arial"/>
                <a:cs typeface="Arial"/>
              </a:defRPr>
            </a:lvl5pPr>
            <a:lvl6pPr>
              <a:defRPr sz="2325" b="1">
                <a:solidFill>
                  <a:srgbClr val="112A3A"/>
                </a:solidFill>
                <a:latin typeface="Arial"/>
                <a:ea typeface="Arial"/>
                <a:cs typeface="Arial"/>
              </a:defRPr>
            </a:lvl6pPr>
            <a:lvl7pPr>
              <a:defRPr sz="2325" b="1">
                <a:solidFill>
                  <a:srgbClr val="112A3A"/>
                </a:solidFill>
                <a:latin typeface="Arial"/>
                <a:ea typeface="Arial"/>
                <a:cs typeface="Arial"/>
              </a:defRPr>
            </a:lvl7pPr>
            <a:lvl8pPr>
              <a:defRPr sz="2325" b="1">
                <a:solidFill>
                  <a:srgbClr val="112A3A"/>
                </a:solidFill>
                <a:latin typeface="Arial"/>
                <a:ea typeface="Arial"/>
                <a:cs typeface="Arial"/>
              </a:defRPr>
            </a:lvl8pPr>
            <a:lvl9pPr>
              <a:defRPr sz="2325" b="1">
                <a:solidFill>
                  <a:srgbClr val="112A3A"/>
                </a:solidFill>
                <a:latin typeface="Arial"/>
                <a:ea typeface="Arial"/>
                <a:cs typeface="Arial"/>
              </a:defRPr>
            </a:lvl9pPr>
          </a:lstStyle>
          <a:p xmlns:a="http://schemas.openxmlformats.org/drawingml/2006/main">
            <a:pPr>
              <a:defRPr sz="2325" b="1">
                <a:solidFill>
                  <a:srgbClr val="112A3A"/>
                </a:solidFill>
                <a:latin typeface="Arial"/>
                <a:ea typeface="Arial"/>
                <a:cs typeface="Arial"/>
              </a:defRPr>
            </a:pPr>
            <a:r>
              <a:rPr sz="2325" b="1">
                <a:solidFill>
                  <a:srgbClr val="112A3A"/>
                </a:solidFill>
                <a:latin typeface="Arial"/>
                <a:ea typeface="Arial"/>
                <a:cs typeface="Arial"/>
              </a:rPr>
              <a:t>O întrebare operațională devine o căutare de dovezi.</a:t>
            </a:r>
          </a:p>
        </p:txBody>
      </p:sp>
      <p:sp>
        <p:nvSpPr>
          <p:cNvPr id="6" name="feature">
            <a:extLst xmlns:a="http://schemas.openxmlformats.org/drawingml/2006/main">
              <a:ext uri="{FF2B5EF4-FFF2-40B4-BE49-F238E27FC236}">
                <a16:creationId xmlns:a16="http://schemas.microsoft.com/office/drawing/2014/main" id="{A6866540-1265-4F7E-8F91-4459DD5F5D5E}"/>
              </a:ext>
            </a:extLst>
          </p:cNvPr>
          <p:cNvSpPr>
            <a:spLocks xmlns:a="http://schemas.openxmlformats.org/drawingml/2006/main" noGrp="1"/>
          </p:cNvSpPr>
          <p:nvPr/>
        </p:nvSpPr>
        <p:spPr>
          <a:xfrm xmlns:a="http://schemas.openxmlformats.org/drawingml/2006/main">
            <a:off x="609600" y="32861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Cine trebuia să deschidă poarta?</a:t>
            </a:r>
          </a:p>
        </p:txBody>
      </p:sp>
      <p:sp>
        <p:nvSpPr>
          <p:cNvPr id="7" name="feature">
            <a:extLst xmlns:a="http://schemas.openxmlformats.org/drawingml/2006/main">
              <a:ext uri="{FF2B5EF4-FFF2-40B4-BE49-F238E27FC236}">
                <a16:creationId xmlns:a16="http://schemas.microsoft.com/office/drawing/2014/main" id="{9B0EB593-8FA3-47DB-9388-8FF107D19AC4}"/>
              </a:ext>
            </a:extLst>
          </p:cNvPr>
          <p:cNvSpPr>
            <a:spLocks xmlns:a="http://schemas.openxmlformats.org/drawingml/2006/main" noGrp="1"/>
          </p:cNvSpPr>
          <p:nvPr/>
        </p:nvSpPr>
        <p:spPr>
          <a:xfrm xmlns:a="http://schemas.openxmlformats.org/drawingml/2006/main">
            <a:off x="609600" y="39528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Cine a preluat postul?</a:t>
            </a:r>
          </a:p>
        </p:txBody>
      </p:sp>
      <p:sp>
        <p:nvSpPr>
          <p:cNvPr id="8" name="feature">
            <a:extLst xmlns:a="http://schemas.openxmlformats.org/drawingml/2006/main">
              <a:ext uri="{FF2B5EF4-FFF2-40B4-BE49-F238E27FC236}">
                <a16:creationId xmlns:a16="http://schemas.microsoft.com/office/drawing/2014/main" id="{DBB7329A-C06D-422C-96D6-55C84E0029DC}"/>
              </a:ext>
            </a:extLst>
          </p:cNvPr>
          <p:cNvSpPr>
            <a:spLocks xmlns:a="http://schemas.openxmlformats.org/drawingml/2006/main" noGrp="1"/>
          </p:cNvSpPr>
          <p:nvPr/>
        </p:nvSpPr>
        <p:spPr>
          <a:xfrm xmlns:a="http://schemas.openxmlformats.org/drawingml/2006/main">
            <a:off x="609600" y="46196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Ce procedură trebuie revizuită?</a:t>
            </a:r>
          </a:p>
        </p:txBody>
      </p:sp>
      <p:sp>
        <p:nvSpPr>
          <p:cNvPr id="9" name="image-caption">
            <a:extLst xmlns:a="http://schemas.openxmlformats.org/drawingml/2006/main">
              <a:ext uri="{FF2B5EF4-FFF2-40B4-BE49-F238E27FC236}">
                <a16:creationId xmlns:a16="http://schemas.microsoft.com/office/drawing/2014/main" id="{F2C91FE4-B6E2-46F0-BD25-7DCD55600BD7}"/>
              </a:ext>
            </a:extLst>
          </p:cNvPr>
          <p:cNvSpPr>
            <a:spLocks xmlns:a="http://schemas.openxmlformats.org/drawingml/2006/main" noGrp="1"/>
          </p:cNvSpPr>
          <p:nvPr/>
        </p:nvSpPr>
        <p:spPr>
          <a:xfrm xmlns:a="http://schemas.openxmlformats.org/drawingml/2006/main">
            <a:off x="4286250" y="6096000"/>
            <a:ext cx="729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26976"/>
                </a:solidFill>
                <a:latin typeface="Arial"/>
                <a:ea typeface="Arial"/>
                <a:cs typeface="Arial"/>
              </a:defRPr>
            </a:defPPr>
            <a:lvl1pPr>
              <a:defRPr sz="1350" b="0">
                <a:solidFill>
                  <a:srgbClr val="526976"/>
                </a:solidFill>
                <a:latin typeface="Arial"/>
                <a:ea typeface="Arial"/>
                <a:cs typeface="Arial"/>
              </a:defRPr>
            </a:lvl1pPr>
            <a:lvl2pPr>
              <a:defRPr sz="1350" b="0">
                <a:solidFill>
                  <a:srgbClr val="526976"/>
                </a:solidFill>
                <a:latin typeface="Arial"/>
                <a:ea typeface="Arial"/>
                <a:cs typeface="Arial"/>
              </a:defRPr>
            </a:lvl2pPr>
            <a:lvl3pPr>
              <a:defRPr sz="1350" b="0">
                <a:solidFill>
                  <a:srgbClr val="526976"/>
                </a:solidFill>
                <a:latin typeface="Arial"/>
                <a:ea typeface="Arial"/>
                <a:cs typeface="Arial"/>
              </a:defRPr>
            </a:lvl3pPr>
            <a:lvl4pPr>
              <a:defRPr sz="1350" b="0">
                <a:solidFill>
                  <a:srgbClr val="526976"/>
                </a:solidFill>
                <a:latin typeface="Arial"/>
                <a:ea typeface="Arial"/>
                <a:cs typeface="Arial"/>
              </a:defRPr>
            </a:lvl4pPr>
            <a:lvl5pPr>
              <a:defRPr sz="1350" b="0">
                <a:solidFill>
                  <a:srgbClr val="526976"/>
                </a:solidFill>
                <a:latin typeface="Arial"/>
                <a:ea typeface="Arial"/>
                <a:cs typeface="Arial"/>
              </a:defRPr>
            </a:lvl5pPr>
            <a:lvl6pPr>
              <a:defRPr sz="1350" b="0">
                <a:solidFill>
                  <a:srgbClr val="526976"/>
                </a:solidFill>
                <a:latin typeface="Arial"/>
                <a:ea typeface="Arial"/>
                <a:cs typeface="Arial"/>
              </a:defRPr>
            </a:lvl6pPr>
            <a:lvl7pPr>
              <a:defRPr sz="1350" b="0">
                <a:solidFill>
                  <a:srgbClr val="526976"/>
                </a:solidFill>
                <a:latin typeface="Arial"/>
                <a:ea typeface="Arial"/>
                <a:cs typeface="Arial"/>
              </a:defRPr>
            </a:lvl7pPr>
            <a:lvl8pPr>
              <a:defRPr sz="1350" b="0">
                <a:solidFill>
                  <a:srgbClr val="526976"/>
                </a:solidFill>
                <a:latin typeface="Arial"/>
                <a:ea typeface="Arial"/>
                <a:cs typeface="Arial"/>
              </a:defRPr>
            </a:lvl8pPr>
            <a:lvl9pPr>
              <a:defRPr sz="1350" b="0">
                <a:solidFill>
                  <a:srgbClr val="526976"/>
                </a:solidFill>
                <a:latin typeface="Arial"/>
                <a:ea typeface="Arial"/>
                <a:cs typeface="Arial"/>
              </a:defRPr>
            </a:lvl9pPr>
          </a:lstStyle>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FL634, 27 octombrie. Exemplu din registrul aplicației.</a:t>
            </a:r>
          </a:p>
        </p:txBody>
      </p:sp>
    </p:spTree>
    <p:extLst>
      <p:ext uri="{BB962C8B-B14F-4D97-AF65-F5344CB8AC3E}">
        <p14:creationId xmlns:p14="http://schemas.microsoft.com/office/powerpoint/2010/main" val="628881667"/>
      </p:ext>
    </p:extLst>
  </p:cSld>
</p:sld>
</file>

<file path=ppt/slides/slide3.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11" name="brand-footer">
            <a:extLst xmlns:a="http://schemas.openxmlformats.org/drawingml/2006/main">
              <a:ext uri="{FF2B5EF4-FFF2-40B4-BE49-F238E27FC236}">
                <a16:creationId xmlns:a16="http://schemas.microsoft.com/office/drawing/2014/main" id="{D20093B1-25C9-4CA8-BAEB-97BA1954C9B6}"/>
              </a:ext>
            </a:extLst>
          </p:cNvPr>
          <p:cNvSpPr>
            <a:spLocks xmlns:a="http://schemas.openxmlformats.org/drawingml/2006/main" noGrp="1"/>
          </p:cNvSpPr>
          <p:nvPr/>
        </p:nvSpPr>
        <p:spPr>
          <a:xfrm xmlns:a="http://schemas.openxmlformats.org/drawingml/2006/main">
            <a:off x="609600" y="638175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FlyLeaf  /  Flight Club</a:t>
            </a:r>
          </a:p>
        </p:txBody>
      </p:sp>
      <p:sp>
        <p:nvSpPr>
          <p:cNvPr id="2" name="page-number">
            <a:extLst xmlns:a="http://schemas.openxmlformats.org/drawingml/2006/main">
              <a:ext uri="{FF2B5EF4-FFF2-40B4-BE49-F238E27FC236}">
                <a16:creationId xmlns:a16="http://schemas.microsoft.com/office/drawing/2014/main" id="{E826CF14-FEDB-4F37-BE8A-C634A90E02E9}"/>
              </a:ext>
            </a:extLst>
          </p:cNvPr>
          <p:cNvSpPr>
            <a:spLocks xmlns:a="http://schemas.openxmlformats.org/drawingml/2006/main" noGrp="1"/>
          </p:cNvSpPr>
          <p:nvPr/>
        </p:nvSpPr>
        <p:spPr>
          <a:xfrm xmlns:a="http://schemas.openxmlformats.org/drawingml/2006/main">
            <a:off x="1114425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03</a:t>
            </a:r>
          </a:p>
        </p:txBody>
      </p:sp>
      <p:sp>
        <p:nvSpPr>
          <p:cNvPr id="3" name="slide-title">
            <a:extLst xmlns:a="http://schemas.openxmlformats.org/drawingml/2006/main">
              <a:ext uri="{FF2B5EF4-FFF2-40B4-BE49-F238E27FC236}">
                <a16:creationId xmlns:a16="http://schemas.microsoft.com/office/drawing/2014/main" id="{C603DA49-4170-455E-ACB3-AE2E8404DAE9}"/>
              </a:ext>
            </a:extLst>
          </p:cNvPr>
          <p:cNvSpPr>
            <a:spLocks xmlns:a="http://schemas.openxmlformats.org/drawingml/2006/main" noGrp="1"/>
          </p:cNvSpPr>
          <p:nvPr/>
        </p:nvSpPr>
        <p:spPr>
          <a:xfrm xmlns:a="http://schemas.openxmlformats.org/drawingml/2006/main">
            <a:off x="609600" y="523875"/>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12A3A"/>
                </a:solidFill>
                <a:latin typeface="Arial"/>
                <a:ea typeface="Arial"/>
                <a:cs typeface="Arial"/>
              </a:defRPr>
            </a:defPPr>
            <a:lvl1pPr>
              <a:defRPr sz="3600" b="1">
                <a:solidFill>
                  <a:srgbClr val="112A3A"/>
                </a:solidFill>
                <a:latin typeface="Arial"/>
                <a:ea typeface="Arial"/>
                <a:cs typeface="Arial"/>
              </a:defRPr>
            </a:lvl1pPr>
            <a:lvl2pPr>
              <a:defRPr sz="3600" b="1">
                <a:solidFill>
                  <a:srgbClr val="112A3A"/>
                </a:solidFill>
                <a:latin typeface="Arial"/>
                <a:ea typeface="Arial"/>
                <a:cs typeface="Arial"/>
              </a:defRPr>
            </a:lvl2pPr>
            <a:lvl3pPr>
              <a:defRPr sz="3600" b="1">
                <a:solidFill>
                  <a:srgbClr val="112A3A"/>
                </a:solidFill>
                <a:latin typeface="Arial"/>
                <a:ea typeface="Arial"/>
                <a:cs typeface="Arial"/>
              </a:defRPr>
            </a:lvl3pPr>
            <a:lvl4pPr>
              <a:defRPr sz="3600" b="1">
                <a:solidFill>
                  <a:srgbClr val="112A3A"/>
                </a:solidFill>
                <a:latin typeface="Arial"/>
                <a:ea typeface="Arial"/>
                <a:cs typeface="Arial"/>
              </a:defRPr>
            </a:lvl4pPr>
            <a:lvl5pPr>
              <a:defRPr sz="3600" b="1">
                <a:solidFill>
                  <a:srgbClr val="112A3A"/>
                </a:solidFill>
                <a:latin typeface="Arial"/>
                <a:ea typeface="Arial"/>
                <a:cs typeface="Arial"/>
              </a:defRPr>
            </a:lvl5pPr>
            <a:lvl6pPr>
              <a:defRPr sz="3600" b="1">
                <a:solidFill>
                  <a:srgbClr val="112A3A"/>
                </a:solidFill>
                <a:latin typeface="Arial"/>
                <a:ea typeface="Arial"/>
                <a:cs typeface="Arial"/>
              </a:defRPr>
            </a:lvl6pPr>
            <a:lvl7pPr>
              <a:defRPr sz="3600" b="1">
                <a:solidFill>
                  <a:srgbClr val="112A3A"/>
                </a:solidFill>
                <a:latin typeface="Arial"/>
                <a:ea typeface="Arial"/>
                <a:cs typeface="Arial"/>
              </a:defRPr>
            </a:lvl7pPr>
            <a:lvl8pPr>
              <a:defRPr sz="3600" b="1">
                <a:solidFill>
                  <a:srgbClr val="112A3A"/>
                </a:solidFill>
                <a:latin typeface="Arial"/>
                <a:ea typeface="Arial"/>
                <a:cs typeface="Arial"/>
              </a:defRPr>
            </a:lvl8pPr>
            <a:lvl9pPr>
              <a:defRPr sz="3600" b="1">
                <a:solidFill>
                  <a:srgbClr val="112A3A"/>
                </a:solidFill>
                <a:latin typeface="Arial"/>
                <a:ea typeface="Arial"/>
                <a:cs typeface="Arial"/>
              </a:defRPr>
            </a:lvl9pPr>
          </a:lstStyle>
          <a:p xmlns:a="http://schemas.openxmlformats.org/drawingml/2006/main">
            <a:pPr>
              <a:defRPr sz="3600" b="1">
                <a:solidFill>
                  <a:srgbClr val="112A3A"/>
                </a:solidFill>
                <a:latin typeface="Arial"/>
                <a:ea typeface="Arial"/>
                <a:cs typeface="Arial"/>
              </a:defRPr>
            </a:pPr>
            <a:r>
              <a:rPr sz="3600" b="1">
                <a:solidFill>
                  <a:srgbClr val="112A3A"/>
                </a:solidFill>
                <a:latin typeface="Arial"/>
                <a:ea typeface="Arial"/>
                <a:cs typeface="Arial"/>
              </a:rPr>
              <a:t>Un dosar complet, cu următorul pas la vedere</a:t>
            </a:r>
          </a:p>
        </p:txBody>
      </p:sp>
      <p:pic>
        <p:nvPicPr>
          <p:cNvPr id="4" name="">
            <a:extLst xmlns:a="http://schemas.openxmlformats.org/drawingml/2006/main">
              <a:ext uri="{FF2B5EF4-FFF2-40B4-BE49-F238E27FC236}">
                <a16:creationId xmlns:a16="http://schemas.microsoft.com/office/drawing/2014/main" id="{01E5BD33-6853-43D3-B58C-AFF7D5D47CFF}"/>
              </a:ext>
            </a:extLst>
          </p:cNvPr>
          <p:cNvPicPr>
            <a:picLocks xmlns:a="http://schemas.openxmlformats.org/drawingml/2006/main" noChangeAspect="1"/>
          </p:cNvPicPr>
          <p:nvPr/>
        </p:nvPicPr>
        <p:blipFill>
          <a:blip xmlns:r="http://schemas.openxmlformats.org/officeDocument/2006/relationships" xmlns:a="http://schemas.openxmlformats.org/drawingml/2006/main" r:embed="R79be03805300465e"/>
          <a:stretch xmlns:a="http://schemas.openxmlformats.org/drawingml/2006/main"/>
        </p:blipFill>
        <p:spPr>
          <a:xfrm xmlns:a="http://schemas.openxmlformats.org/drawingml/2006/main">
            <a:off x="4719638" y="1809750"/>
            <a:ext cx="6429375" cy="4286250"/>
          </a:xfrm>
          <a:prstGeom xmlns:a="http://schemas.openxmlformats.org/drawingml/2006/main" prst="rect">
            <a:avLst/>
          </a:prstGeom>
        </p:spPr>
      </p:pic>
      <p:sp>
        <p:nvSpPr>
          <p:cNvPr id="5" name="lead">
            <a:extLst xmlns:a="http://schemas.openxmlformats.org/drawingml/2006/main">
              <a:ext uri="{FF2B5EF4-FFF2-40B4-BE49-F238E27FC236}">
                <a16:creationId xmlns:a16="http://schemas.microsoft.com/office/drawing/2014/main" id="{96524C6B-D690-42D7-815C-3203A9105ACD}"/>
              </a:ext>
            </a:extLst>
          </p:cNvPr>
          <p:cNvSpPr>
            <a:spLocks xmlns:a="http://schemas.openxmlformats.org/drawingml/2006/main" noGrp="1"/>
          </p:cNvSpPr>
          <p:nvPr/>
        </p:nvSpPr>
        <p:spPr>
          <a:xfrm xmlns:a="http://schemas.openxmlformats.org/drawingml/2006/main">
            <a:off x="609600" y="1952625"/>
            <a:ext cx="3381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12A3A"/>
                </a:solidFill>
                <a:latin typeface="Arial"/>
                <a:ea typeface="Arial"/>
                <a:cs typeface="Arial"/>
              </a:defRPr>
            </a:defPPr>
            <a:lvl1pPr>
              <a:defRPr sz="2325" b="1">
                <a:solidFill>
                  <a:srgbClr val="112A3A"/>
                </a:solidFill>
                <a:latin typeface="Arial"/>
                <a:ea typeface="Arial"/>
                <a:cs typeface="Arial"/>
              </a:defRPr>
            </a:lvl1pPr>
            <a:lvl2pPr>
              <a:defRPr sz="2325" b="1">
                <a:solidFill>
                  <a:srgbClr val="112A3A"/>
                </a:solidFill>
                <a:latin typeface="Arial"/>
                <a:ea typeface="Arial"/>
                <a:cs typeface="Arial"/>
              </a:defRPr>
            </a:lvl2pPr>
            <a:lvl3pPr>
              <a:defRPr sz="2325" b="1">
                <a:solidFill>
                  <a:srgbClr val="112A3A"/>
                </a:solidFill>
                <a:latin typeface="Arial"/>
                <a:ea typeface="Arial"/>
                <a:cs typeface="Arial"/>
              </a:defRPr>
            </a:lvl3pPr>
            <a:lvl4pPr>
              <a:defRPr sz="2325" b="1">
                <a:solidFill>
                  <a:srgbClr val="112A3A"/>
                </a:solidFill>
                <a:latin typeface="Arial"/>
                <a:ea typeface="Arial"/>
                <a:cs typeface="Arial"/>
              </a:defRPr>
            </a:lvl4pPr>
            <a:lvl5pPr>
              <a:defRPr sz="2325" b="1">
                <a:solidFill>
                  <a:srgbClr val="112A3A"/>
                </a:solidFill>
                <a:latin typeface="Arial"/>
                <a:ea typeface="Arial"/>
                <a:cs typeface="Arial"/>
              </a:defRPr>
            </a:lvl5pPr>
            <a:lvl6pPr>
              <a:defRPr sz="2325" b="1">
                <a:solidFill>
                  <a:srgbClr val="112A3A"/>
                </a:solidFill>
                <a:latin typeface="Arial"/>
                <a:ea typeface="Arial"/>
                <a:cs typeface="Arial"/>
              </a:defRPr>
            </a:lvl6pPr>
            <a:lvl7pPr>
              <a:defRPr sz="2325" b="1">
                <a:solidFill>
                  <a:srgbClr val="112A3A"/>
                </a:solidFill>
                <a:latin typeface="Arial"/>
                <a:ea typeface="Arial"/>
                <a:cs typeface="Arial"/>
              </a:defRPr>
            </a:lvl7pPr>
            <a:lvl8pPr>
              <a:defRPr sz="2325" b="1">
                <a:solidFill>
                  <a:srgbClr val="112A3A"/>
                </a:solidFill>
                <a:latin typeface="Arial"/>
                <a:ea typeface="Arial"/>
                <a:cs typeface="Arial"/>
              </a:defRPr>
            </a:lvl8pPr>
            <a:lvl9pPr>
              <a:defRPr sz="2325" b="1">
                <a:solidFill>
                  <a:srgbClr val="112A3A"/>
                </a:solidFill>
                <a:latin typeface="Arial"/>
                <a:ea typeface="Arial"/>
                <a:cs typeface="Arial"/>
              </a:defRPr>
            </a:lvl9pPr>
          </a:lstStyle>
          <a:p xmlns:a="http://schemas.openxmlformats.org/drawingml/2006/main">
            <a:pPr>
              <a:defRPr sz="2325" b="1">
                <a:solidFill>
                  <a:srgbClr val="112A3A"/>
                </a:solidFill>
                <a:latin typeface="Arial"/>
                <a:ea typeface="Arial"/>
                <a:cs typeface="Arial"/>
              </a:defRPr>
            </a:pPr>
            <a:r>
              <a:rPr sz="2325" b="1">
                <a:solidFill>
                  <a:srgbClr val="112A3A"/>
                </a:solidFill>
                <a:latin typeface="Arial"/>
                <a:ea typeface="Arial"/>
                <a:cs typeface="Arial"/>
              </a:rPr>
              <a:t>Mai puțin timp pentru căutare și urmărire.</a:t>
            </a:r>
          </a:p>
        </p:txBody>
      </p:sp>
      <p:sp>
        <p:nvSpPr>
          <p:cNvPr id="6" name="feature">
            <a:extLst xmlns:a="http://schemas.openxmlformats.org/drawingml/2006/main">
              <a:ext uri="{FF2B5EF4-FFF2-40B4-BE49-F238E27FC236}">
                <a16:creationId xmlns:a16="http://schemas.microsoft.com/office/drawing/2014/main" id="{92F16D26-E0D9-4965-B78C-CA7464DAD508}"/>
              </a:ext>
            </a:extLst>
          </p:cNvPr>
          <p:cNvSpPr>
            <a:spLocks xmlns:a="http://schemas.openxmlformats.org/drawingml/2006/main" noGrp="1"/>
          </p:cNvSpPr>
          <p:nvPr/>
        </p:nvSpPr>
        <p:spPr>
          <a:xfrm xmlns:a="http://schemas.openxmlformats.org/drawingml/2006/main">
            <a:off x="609600" y="32861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Căutare în PDF și scanări</a:t>
            </a:r>
          </a:p>
        </p:txBody>
      </p:sp>
      <p:sp>
        <p:nvSpPr>
          <p:cNvPr id="7" name="feature">
            <a:extLst xmlns:a="http://schemas.openxmlformats.org/drawingml/2006/main">
              <a:ext uri="{FF2B5EF4-FFF2-40B4-BE49-F238E27FC236}">
                <a16:creationId xmlns:a16="http://schemas.microsoft.com/office/drawing/2014/main" id="{B986F205-40DB-403B-B491-96242BC9F332}"/>
              </a:ext>
            </a:extLst>
          </p:cNvPr>
          <p:cNvSpPr>
            <a:spLocks xmlns:a="http://schemas.openxmlformats.org/drawingml/2006/main" noGrp="1"/>
          </p:cNvSpPr>
          <p:nvPr/>
        </p:nvSpPr>
        <p:spPr>
          <a:xfrm xmlns:a="http://schemas.openxmlformats.org/drawingml/2006/main">
            <a:off x="609600" y="39528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Documente legate în dosare</a:t>
            </a:r>
          </a:p>
        </p:txBody>
      </p:sp>
      <p:sp>
        <p:nvSpPr>
          <p:cNvPr id="8" name="feature">
            <a:extLst xmlns:a="http://schemas.openxmlformats.org/drawingml/2006/main">
              <a:ext uri="{FF2B5EF4-FFF2-40B4-BE49-F238E27FC236}">
                <a16:creationId xmlns:a16="http://schemas.microsoft.com/office/drawing/2014/main" id="{E02B9EE1-6A6C-47FF-9263-B16844018220}"/>
              </a:ext>
            </a:extLst>
          </p:cNvPr>
          <p:cNvSpPr>
            <a:spLocks xmlns:a="http://schemas.openxmlformats.org/drawingml/2006/main" noGrp="1"/>
          </p:cNvSpPr>
          <p:nvPr/>
        </p:nvSpPr>
        <p:spPr>
          <a:xfrm xmlns:a="http://schemas.openxmlformats.org/drawingml/2006/main">
            <a:off x="609600" y="46196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Aprobări pe versiunea exactă</a:t>
            </a:r>
          </a:p>
        </p:txBody>
      </p:sp>
      <p:sp>
        <p:nvSpPr>
          <p:cNvPr id="9" name="feature">
            <a:extLst xmlns:a="http://schemas.openxmlformats.org/drawingml/2006/main">
              <a:ext uri="{FF2B5EF4-FFF2-40B4-BE49-F238E27FC236}">
                <a16:creationId xmlns:a16="http://schemas.microsoft.com/office/drawing/2014/main" id="{4A9DB143-F4FC-4F63-A6D4-7F65E62801BD}"/>
              </a:ext>
            </a:extLst>
          </p:cNvPr>
          <p:cNvSpPr>
            <a:spLocks xmlns:a="http://schemas.openxmlformats.org/drawingml/2006/main" noGrp="1"/>
          </p:cNvSpPr>
          <p:nvPr/>
        </p:nvSpPr>
        <p:spPr>
          <a:xfrm xmlns:a="http://schemas.openxmlformats.org/drawingml/2006/main">
            <a:off x="609600" y="52863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Delegare către un înlocuitor autorizat</a:t>
            </a:r>
          </a:p>
        </p:txBody>
      </p:sp>
      <p:sp>
        <p:nvSpPr>
          <p:cNvPr id="10" name="image-caption">
            <a:extLst xmlns:a="http://schemas.openxmlformats.org/drawingml/2006/main">
              <a:ext uri="{FF2B5EF4-FFF2-40B4-BE49-F238E27FC236}">
                <a16:creationId xmlns:a16="http://schemas.microsoft.com/office/drawing/2014/main" id="{67871DEE-F63B-42FA-B216-3594F56459B5}"/>
              </a:ext>
            </a:extLst>
          </p:cNvPr>
          <p:cNvSpPr>
            <a:spLocks xmlns:a="http://schemas.openxmlformats.org/drawingml/2006/main" noGrp="1"/>
          </p:cNvSpPr>
          <p:nvPr/>
        </p:nvSpPr>
        <p:spPr>
          <a:xfrm xmlns:a="http://schemas.openxmlformats.org/drawingml/2006/main">
            <a:off x="4286250" y="6096000"/>
            <a:ext cx="729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26976"/>
                </a:solidFill>
                <a:latin typeface="Arial"/>
                <a:ea typeface="Arial"/>
                <a:cs typeface="Arial"/>
              </a:defRPr>
            </a:defPPr>
            <a:lvl1pPr>
              <a:defRPr sz="1350" b="0">
                <a:solidFill>
                  <a:srgbClr val="526976"/>
                </a:solidFill>
                <a:latin typeface="Arial"/>
                <a:ea typeface="Arial"/>
                <a:cs typeface="Arial"/>
              </a:defRPr>
            </a:lvl1pPr>
            <a:lvl2pPr>
              <a:defRPr sz="1350" b="0">
                <a:solidFill>
                  <a:srgbClr val="526976"/>
                </a:solidFill>
                <a:latin typeface="Arial"/>
                <a:ea typeface="Arial"/>
                <a:cs typeface="Arial"/>
              </a:defRPr>
            </a:lvl2pPr>
            <a:lvl3pPr>
              <a:defRPr sz="1350" b="0">
                <a:solidFill>
                  <a:srgbClr val="526976"/>
                </a:solidFill>
                <a:latin typeface="Arial"/>
                <a:ea typeface="Arial"/>
                <a:cs typeface="Arial"/>
              </a:defRPr>
            </a:lvl3pPr>
            <a:lvl4pPr>
              <a:defRPr sz="1350" b="0">
                <a:solidFill>
                  <a:srgbClr val="526976"/>
                </a:solidFill>
                <a:latin typeface="Arial"/>
                <a:ea typeface="Arial"/>
                <a:cs typeface="Arial"/>
              </a:defRPr>
            </a:lvl4pPr>
            <a:lvl5pPr>
              <a:defRPr sz="1350" b="0">
                <a:solidFill>
                  <a:srgbClr val="526976"/>
                </a:solidFill>
                <a:latin typeface="Arial"/>
                <a:ea typeface="Arial"/>
                <a:cs typeface="Arial"/>
              </a:defRPr>
            </a:lvl5pPr>
            <a:lvl6pPr>
              <a:defRPr sz="1350" b="0">
                <a:solidFill>
                  <a:srgbClr val="526976"/>
                </a:solidFill>
                <a:latin typeface="Arial"/>
                <a:ea typeface="Arial"/>
                <a:cs typeface="Arial"/>
              </a:defRPr>
            </a:lvl6pPr>
            <a:lvl7pPr>
              <a:defRPr sz="1350" b="0">
                <a:solidFill>
                  <a:srgbClr val="526976"/>
                </a:solidFill>
                <a:latin typeface="Arial"/>
                <a:ea typeface="Arial"/>
                <a:cs typeface="Arial"/>
              </a:defRPr>
            </a:lvl7pPr>
            <a:lvl8pPr>
              <a:defRPr sz="1350" b="0">
                <a:solidFill>
                  <a:srgbClr val="526976"/>
                </a:solidFill>
                <a:latin typeface="Arial"/>
                <a:ea typeface="Arial"/>
                <a:cs typeface="Arial"/>
              </a:defRPr>
            </a:lvl8pPr>
            <a:lvl9pPr>
              <a:defRPr sz="1350" b="0">
                <a:solidFill>
                  <a:srgbClr val="526976"/>
                </a:solidFill>
                <a:latin typeface="Arial"/>
                <a:ea typeface="Arial"/>
                <a:cs typeface="Arial"/>
              </a:defRPr>
            </a:lvl9pPr>
          </a:lstStyle>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Contractul, recepția și factura rămân conectate.</a:t>
            </a:r>
          </a:p>
        </p:txBody>
      </p:sp>
    </p:spTree>
    <p:extLst>
      <p:ext uri="{BB962C8B-B14F-4D97-AF65-F5344CB8AC3E}">
        <p14:creationId xmlns:p14="http://schemas.microsoft.com/office/powerpoint/2010/main" val="1631014410"/>
      </p:ext>
    </p:extLst>
  </p:cSld>
</p:sld>
</file>

<file path=ppt/slides/slide4.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11" name="brand-footer">
            <a:extLst xmlns:a="http://schemas.openxmlformats.org/drawingml/2006/main">
              <a:ext uri="{FF2B5EF4-FFF2-40B4-BE49-F238E27FC236}">
                <a16:creationId xmlns:a16="http://schemas.microsoft.com/office/drawing/2014/main" id="{BC81AC8D-8D80-4206-983B-C8268A14D4D7}"/>
              </a:ext>
            </a:extLst>
          </p:cNvPr>
          <p:cNvSpPr>
            <a:spLocks xmlns:a="http://schemas.openxmlformats.org/drawingml/2006/main" noGrp="1"/>
          </p:cNvSpPr>
          <p:nvPr/>
        </p:nvSpPr>
        <p:spPr>
          <a:xfrm xmlns:a="http://schemas.openxmlformats.org/drawingml/2006/main">
            <a:off x="609600" y="638175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FlyLeaf  /  Flight Club</a:t>
            </a:r>
          </a:p>
        </p:txBody>
      </p:sp>
      <p:sp>
        <p:nvSpPr>
          <p:cNvPr id="2" name="page-number">
            <a:extLst xmlns:a="http://schemas.openxmlformats.org/drawingml/2006/main">
              <a:ext uri="{FF2B5EF4-FFF2-40B4-BE49-F238E27FC236}">
                <a16:creationId xmlns:a16="http://schemas.microsoft.com/office/drawing/2014/main" id="{10F6D725-C6A3-4608-B4A7-FA2C947E95AA}"/>
              </a:ext>
            </a:extLst>
          </p:cNvPr>
          <p:cNvSpPr>
            <a:spLocks xmlns:a="http://schemas.openxmlformats.org/drawingml/2006/main" noGrp="1"/>
          </p:cNvSpPr>
          <p:nvPr/>
        </p:nvSpPr>
        <p:spPr>
          <a:xfrm xmlns:a="http://schemas.openxmlformats.org/drawingml/2006/main">
            <a:off x="1114425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04</a:t>
            </a:r>
          </a:p>
        </p:txBody>
      </p:sp>
      <p:sp>
        <p:nvSpPr>
          <p:cNvPr id="3" name="slide-title">
            <a:extLst xmlns:a="http://schemas.openxmlformats.org/drawingml/2006/main">
              <a:ext uri="{FF2B5EF4-FFF2-40B4-BE49-F238E27FC236}">
                <a16:creationId xmlns:a16="http://schemas.microsoft.com/office/drawing/2014/main" id="{36238209-3447-476E-A264-98D488473AB3}"/>
              </a:ext>
            </a:extLst>
          </p:cNvPr>
          <p:cNvSpPr>
            <a:spLocks xmlns:a="http://schemas.openxmlformats.org/drawingml/2006/main" noGrp="1"/>
          </p:cNvSpPr>
          <p:nvPr/>
        </p:nvSpPr>
        <p:spPr>
          <a:xfrm xmlns:a="http://schemas.openxmlformats.org/drawingml/2006/main">
            <a:off x="609600" y="523875"/>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12A3A"/>
                </a:solidFill>
                <a:latin typeface="Arial"/>
                <a:ea typeface="Arial"/>
                <a:cs typeface="Arial"/>
              </a:defRPr>
            </a:defPPr>
            <a:lvl1pPr>
              <a:defRPr sz="3600" b="1">
                <a:solidFill>
                  <a:srgbClr val="112A3A"/>
                </a:solidFill>
                <a:latin typeface="Arial"/>
                <a:ea typeface="Arial"/>
                <a:cs typeface="Arial"/>
              </a:defRPr>
            </a:lvl1pPr>
            <a:lvl2pPr>
              <a:defRPr sz="3600" b="1">
                <a:solidFill>
                  <a:srgbClr val="112A3A"/>
                </a:solidFill>
                <a:latin typeface="Arial"/>
                <a:ea typeface="Arial"/>
                <a:cs typeface="Arial"/>
              </a:defRPr>
            </a:lvl2pPr>
            <a:lvl3pPr>
              <a:defRPr sz="3600" b="1">
                <a:solidFill>
                  <a:srgbClr val="112A3A"/>
                </a:solidFill>
                <a:latin typeface="Arial"/>
                <a:ea typeface="Arial"/>
                <a:cs typeface="Arial"/>
              </a:defRPr>
            </a:lvl3pPr>
            <a:lvl4pPr>
              <a:defRPr sz="3600" b="1">
                <a:solidFill>
                  <a:srgbClr val="112A3A"/>
                </a:solidFill>
                <a:latin typeface="Arial"/>
                <a:ea typeface="Arial"/>
                <a:cs typeface="Arial"/>
              </a:defRPr>
            </a:lvl4pPr>
            <a:lvl5pPr>
              <a:defRPr sz="3600" b="1">
                <a:solidFill>
                  <a:srgbClr val="112A3A"/>
                </a:solidFill>
                <a:latin typeface="Arial"/>
                <a:ea typeface="Arial"/>
                <a:cs typeface="Arial"/>
              </a:defRPr>
            </a:lvl5pPr>
            <a:lvl6pPr>
              <a:defRPr sz="3600" b="1">
                <a:solidFill>
                  <a:srgbClr val="112A3A"/>
                </a:solidFill>
                <a:latin typeface="Arial"/>
                <a:ea typeface="Arial"/>
                <a:cs typeface="Arial"/>
              </a:defRPr>
            </a:lvl6pPr>
            <a:lvl7pPr>
              <a:defRPr sz="3600" b="1">
                <a:solidFill>
                  <a:srgbClr val="112A3A"/>
                </a:solidFill>
                <a:latin typeface="Arial"/>
                <a:ea typeface="Arial"/>
                <a:cs typeface="Arial"/>
              </a:defRPr>
            </a:lvl7pPr>
            <a:lvl8pPr>
              <a:defRPr sz="3600" b="1">
                <a:solidFill>
                  <a:srgbClr val="112A3A"/>
                </a:solidFill>
                <a:latin typeface="Arial"/>
                <a:ea typeface="Arial"/>
                <a:cs typeface="Arial"/>
              </a:defRPr>
            </a:lvl8pPr>
            <a:lvl9pPr>
              <a:defRPr sz="3600" b="1">
                <a:solidFill>
                  <a:srgbClr val="112A3A"/>
                </a:solidFill>
                <a:latin typeface="Arial"/>
                <a:ea typeface="Arial"/>
                <a:cs typeface="Arial"/>
              </a:defRPr>
            </a:lvl9pPr>
          </a:lstStyle>
          <a:p xmlns:a="http://schemas.openxmlformats.org/drawingml/2006/main">
            <a:pPr>
              <a:defRPr sz="3600" b="1">
                <a:solidFill>
                  <a:srgbClr val="112A3A"/>
                </a:solidFill>
                <a:latin typeface="Arial"/>
                <a:ea typeface="Arial"/>
                <a:cs typeface="Arial"/>
              </a:defRPr>
            </a:pPr>
            <a:r>
              <a:rPr sz="3600" b="1">
                <a:solidFill>
                  <a:srgbClr val="112A3A"/>
                </a:solidFill>
                <a:latin typeface="Arial"/>
                <a:ea typeface="Arial"/>
                <a:cs typeface="Arial"/>
              </a:rPr>
              <a:t>Fiecare acțiune are autor, moment și context</a:t>
            </a:r>
          </a:p>
        </p:txBody>
      </p:sp>
      <p:pic>
        <p:nvPicPr>
          <p:cNvPr id="4" name="">
            <a:extLst xmlns:a="http://schemas.openxmlformats.org/drawingml/2006/main">
              <a:ext uri="{FF2B5EF4-FFF2-40B4-BE49-F238E27FC236}">
                <a16:creationId xmlns:a16="http://schemas.microsoft.com/office/drawing/2014/main" id="{43F80EA1-EBE7-426B-9416-37A73F934B84}"/>
              </a:ext>
            </a:extLst>
          </p:cNvPr>
          <p:cNvPicPr>
            <a:picLocks xmlns:a="http://schemas.openxmlformats.org/drawingml/2006/main" noChangeAspect="1"/>
          </p:cNvPicPr>
          <p:nvPr/>
        </p:nvPicPr>
        <p:blipFill>
          <a:blip xmlns:r="http://schemas.openxmlformats.org/officeDocument/2006/relationships" xmlns:a="http://schemas.openxmlformats.org/drawingml/2006/main" r:embed="Rba73c8b367674d5b"/>
          <a:stretch xmlns:a="http://schemas.openxmlformats.org/drawingml/2006/main"/>
        </p:blipFill>
        <p:spPr>
          <a:xfrm xmlns:a="http://schemas.openxmlformats.org/drawingml/2006/main">
            <a:off x="4719638" y="1809750"/>
            <a:ext cx="6429375" cy="4286250"/>
          </a:xfrm>
          <a:prstGeom xmlns:a="http://schemas.openxmlformats.org/drawingml/2006/main" prst="rect">
            <a:avLst/>
          </a:prstGeom>
        </p:spPr>
      </p:pic>
      <p:sp>
        <p:nvSpPr>
          <p:cNvPr id="5" name="lead">
            <a:extLst xmlns:a="http://schemas.openxmlformats.org/drawingml/2006/main">
              <a:ext uri="{FF2B5EF4-FFF2-40B4-BE49-F238E27FC236}">
                <a16:creationId xmlns:a16="http://schemas.microsoft.com/office/drawing/2014/main" id="{E65B9505-5FD8-43B7-AC62-ABE355B8C20B}"/>
              </a:ext>
            </a:extLst>
          </p:cNvPr>
          <p:cNvSpPr>
            <a:spLocks xmlns:a="http://schemas.openxmlformats.org/drawingml/2006/main" noGrp="1"/>
          </p:cNvSpPr>
          <p:nvPr/>
        </p:nvSpPr>
        <p:spPr>
          <a:xfrm xmlns:a="http://schemas.openxmlformats.org/drawingml/2006/main">
            <a:off x="609600" y="1952625"/>
            <a:ext cx="3381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12A3A"/>
                </a:solidFill>
                <a:latin typeface="Arial"/>
                <a:ea typeface="Arial"/>
                <a:cs typeface="Arial"/>
              </a:defRPr>
            </a:defPPr>
            <a:lvl1pPr>
              <a:defRPr sz="2325" b="1">
                <a:solidFill>
                  <a:srgbClr val="112A3A"/>
                </a:solidFill>
                <a:latin typeface="Arial"/>
                <a:ea typeface="Arial"/>
                <a:cs typeface="Arial"/>
              </a:defRPr>
            </a:lvl1pPr>
            <a:lvl2pPr>
              <a:defRPr sz="2325" b="1">
                <a:solidFill>
                  <a:srgbClr val="112A3A"/>
                </a:solidFill>
                <a:latin typeface="Arial"/>
                <a:ea typeface="Arial"/>
                <a:cs typeface="Arial"/>
              </a:defRPr>
            </a:lvl2pPr>
            <a:lvl3pPr>
              <a:defRPr sz="2325" b="1">
                <a:solidFill>
                  <a:srgbClr val="112A3A"/>
                </a:solidFill>
                <a:latin typeface="Arial"/>
                <a:ea typeface="Arial"/>
                <a:cs typeface="Arial"/>
              </a:defRPr>
            </a:lvl3pPr>
            <a:lvl4pPr>
              <a:defRPr sz="2325" b="1">
                <a:solidFill>
                  <a:srgbClr val="112A3A"/>
                </a:solidFill>
                <a:latin typeface="Arial"/>
                <a:ea typeface="Arial"/>
                <a:cs typeface="Arial"/>
              </a:defRPr>
            </a:lvl4pPr>
            <a:lvl5pPr>
              <a:defRPr sz="2325" b="1">
                <a:solidFill>
                  <a:srgbClr val="112A3A"/>
                </a:solidFill>
                <a:latin typeface="Arial"/>
                <a:ea typeface="Arial"/>
                <a:cs typeface="Arial"/>
              </a:defRPr>
            </a:lvl5pPr>
            <a:lvl6pPr>
              <a:defRPr sz="2325" b="1">
                <a:solidFill>
                  <a:srgbClr val="112A3A"/>
                </a:solidFill>
                <a:latin typeface="Arial"/>
                <a:ea typeface="Arial"/>
                <a:cs typeface="Arial"/>
              </a:defRPr>
            </a:lvl6pPr>
            <a:lvl7pPr>
              <a:defRPr sz="2325" b="1">
                <a:solidFill>
                  <a:srgbClr val="112A3A"/>
                </a:solidFill>
                <a:latin typeface="Arial"/>
                <a:ea typeface="Arial"/>
                <a:cs typeface="Arial"/>
              </a:defRPr>
            </a:lvl7pPr>
            <a:lvl8pPr>
              <a:defRPr sz="2325" b="1">
                <a:solidFill>
                  <a:srgbClr val="112A3A"/>
                </a:solidFill>
                <a:latin typeface="Arial"/>
                <a:ea typeface="Arial"/>
                <a:cs typeface="Arial"/>
              </a:defRPr>
            </a:lvl8pPr>
            <a:lvl9pPr>
              <a:defRPr sz="2325" b="1">
                <a:solidFill>
                  <a:srgbClr val="112A3A"/>
                </a:solidFill>
                <a:latin typeface="Arial"/>
                <a:ea typeface="Arial"/>
                <a:cs typeface="Arial"/>
              </a:defRPr>
            </a:lvl9pPr>
          </a:lstStyle>
          <a:p xmlns:a="http://schemas.openxmlformats.org/drawingml/2006/main">
            <a:pPr>
              <a:defRPr sz="2325" b="1">
                <a:solidFill>
                  <a:srgbClr val="112A3A"/>
                </a:solidFill>
                <a:latin typeface="Arial"/>
                <a:ea typeface="Arial"/>
                <a:cs typeface="Arial"/>
              </a:defRPr>
            </a:pPr>
            <a:r>
              <a:rPr sz="2325" b="1">
                <a:solidFill>
                  <a:srgbClr val="112A3A"/>
                </a:solidFill>
                <a:latin typeface="Arial"/>
                <a:ea typeface="Arial"/>
                <a:cs typeface="Arial"/>
              </a:rPr>
              <a:t>Registrul explică indicatorul.</a:t>
            </a:r>
          </a:p>
        </p:txBody>
      </p:sp>
      <p:sp>
        <p:nvSpPr>
          <p:cNvPr id="6" name="feature">
            <a:extLst xmlns:a="http://schemas.openxmlformats.org/drawingml/2006/main">
              <a:ext uri="{FF2B5EF4-FFF2-40B4-BE49-F238E27FC236}">
                <a16:creationId xmlns:a16="http://schemas.microsoft.com/office/drawing/2014/main" id="{A70FC6BE-B4D6-49CE-AD02-686B60FD3261}"/>
              </a:ext>
            </a:extLst>
          </p:cNvPr>
          <p:cNvSpPr>
            <a:spLocks xmlns:a="http://schemas.openxmlformats.org/drawingml/2006/main" noGrp="1"/>
          </p:cNvSpPr>
          <p:nvPr/>
        </p:nvSpPr>
        <p:spPr>
          <a:xfrm xmlns:a="http://schemas.openxmlformats.org/drawingml/2006/main">
            <a:off x="609600" y="32861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Poarta G1: 12:20 planificat, 12:38 realizat</a:t>
            </a:r>
          </a:p>
        </p:txBody>
      </p:sp>
      <p:sp>
        <p:nvSpPr>
          <p:cNvPr id="7" name="feature">
            <a:extLst xmlns:a="http://schemas.openxmlformats.org/drawingml/2006/main">
              <a:ext uri="{FF2B5EF4-FFF2-40B4-BE49-F238E27FC236}">
                <a16:creationId xmlns:a16="http://schemas.microsoft.com/office/drawing/2014/main" id="{DB17E88E-6E5B-4387-8A59-D0DB64450695}"/>
              </a:ext>
            </a:extLst>
          </p:cNvPr>
          <p:cNvSpPr>
            <a:spLocks xmlns:a="http://schemas.openxmlformats.org/drawingml/2006/main" noGrp="1"/>
          </p:cNvSpPr>
          <p:nvPr/>
        </p:nvSpPr>
        <p:spPr>
          <a:xfrm xmlns:a="http://schemas.openxmlformats.org/drawingml/2006/main">
            <a:off x="609600" y="39528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Operatorul de rezervă este identificat</a:t>
            </a:r>
          </a:p>
        </p:txBody>
      </p:sp>
      <p:sp>
        <p:nvSpPr>
          <p:cNvPr id="8" name="feature">
            <a:extLst xmlns:a="http://schemas.openxmlformats.org/drawingml/2006/main">
              <a:ext uri="{FF2B5EF4-FFF2-40B4-BE49-F238E27FC236}">
                <a16:creationId xmlns:a16="http://schemas.microsoft.com/office/drawing/2014/main" id="{9ED8DC65-A8AE-4EA3-A03B-AFF90E1FB962}"/>
              </a:ext>
            </a:extLst>
          </p:cNvPr>
          <p:cNvSpPr>
            <a:spLocks xmlns:a="http://schemas.openxmlformats.org/drawingml/2006/main" noGrp="1"/>
          </p:cNvSpPr>
          <p:nvPr/>
        </p:nvSpPr>
        <p:spPr>
          <a:xfrm xmlns:a="http://schemas.openxmlformats.org/drawingml/2006/main">
            <a:off x="609600" y="46196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Pontajul și alocarea se pot verifica</a:t>
            </a:r>
          </a:p>
        </p:txBody>
      </p:sp>
      <p:sp>
        <p:nvSpPr>
          <p:cNvPr id="9" name="feature">
            <a:extLst xmlns:a="http://schemas.openxmlformats.org/drawingml/2006/main">
              <a:ext uri="{FF2B5EF4-FFF2-40B4-BE49-F238E27FC236}">
                <a16:creationId xmlns:a16="http://schemas.microsoft.com/office/drawing/2014/main" id="{12F47403-D118-431D-AA50-889BB299FBB2}"/>
              </a:ext>
            </a:extLst>
          </p:cNvPr>
          <p:cNvSpPr>
            <a:spLocks xmlns:a="http://schemas.openxmlformats.org/drawingml/2006/main" noGrp="1"/>
          </p:cNvSpPr>
          <p:nvPr/>
        </p:nvSpPr>
        <p:spPr>
          <a:xfrm xmlns:a="http://schemas.openxmlformats.org/drawingml/2006/main">
            <a:off x="609600" y="52863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Activitățile pot rula în paralel</a:t>
            </a:r>
          </a:p>
        </p:txBody>
      </p:sp>
      <p:sp>
        <p:nvSpPr>
          <p:cNvPr id="10" name="image-caption">
            <a:extLst xmlns:a="http://schemas.openxmlformats.org/drawingml/2006/main">
              <a:ext uri="{FF2B5EF4-FFF2-40B4-BE49-F238E27FC236}">
                <a16:creationId xmlns:a16="http://schemas.microsoft.com/office/drawing/2014/main" id="{752E89E8-8CA5-4AB8-940F-2B8094F71BB9}"/>
              </a:ext>
            </a:extLst>
          </p:cNvPr>
          <p:cNvSpPr>
            <a:spLocks xmlns:a="http://schemas.openxmlformats.org/drawingml/2006/main" noGrp="1"/>
          </p:cNvSpPr>
          <p:nvPr/>
        </p:nvSpPr>
        <p:spPr>
          <a:xfrm xmlns:a="http://schemas.openxmlformats.org/drawingml/2006/main">
            <a:off x="4286250" y="6096000"/>
            <a:ext cx="729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26976"/>
                </a:solidFill>
                <a:latin typeface="Arial"/>
                <a:ea typeface="Arial"/>
                <a:cs typeface="Arial"/>
              </a:defRPr>
            </a:defPPr>
            <a:lvl1pPr>
              <a:defRPr sz="1350" b="0">
                <a:solidFill>
                  <a:srgbClr val="526976"/>
                </a:solidFill>
                <a:latin typeface="Arial"/>
                <a:ea typeface="Arial"/>
                <a:cs typeface="Arial"/>
              </a:defRPr>
            </a:lvl1pPr>
            <a:lvl2pPr>
              <a:defRPr sz="1350" b="0">
                <a:solidFill>
                  <a:srgbClr val="526976"/>
                </a:solidFill>
                <a:latin typeface="Arial"/>
                <a:ea typeface="Arial"/>
                <a:cs typeface="Arial"/>
              </a:defRPr>
            </a:lvl2pPr>
            <a:lvl3pPr>
              <a:defRPr sz="1350" b="0">
                <a:solidFill>
                  <a:srgbClr val="526976"/>
                </a:solidFill>
                <a:latin typeface="Arial"/>
                <a:ea typeface="Arial"/>
                <a:cs typeface="Arial"/>
              </a:defRPr>
            </a:lvl3pPr>
            <a:lvl4pPr>
              <a:defRPr sz="1350" b="0">
                <a:solidFill>
                  <a:srgbClr val="526976"/>
                </a:solidFill>
                <a:latin typeface="Arial"/>
                <a:ea typeface="Arial"/>
                <a:cs typeface="Arial"/>
              </a:defRPr>
            </a:lvl4pPr>
            <a:lvl5pPr>
              <a:defRPr sz="1350" b="0">
                <a:solidFill>
                  <a:srgbClr val="526976"/>
                </a:solidFill>
                <a:latin typeface="Arial"/>
                <a:ea typeface="Arial"/>
                <a:cs typeface="Arial"/>
              </a:defRPr>
            </a:lvl5pPr>
            <a:lvl6pPr>
              <a:defRPr sz="1350" b="0">
                <a:solidFill>
                  <a:srgbClr val="526976"/>
                </a:solidFill>
                <a:latin typeface="Arial"/>
                <a:ea typeface="Arial"/>
                <a:cs typeface="Arial"/>
              </a:defRPr>
            </a:lvl6pPr>
            <a:lvl7pPr>
              <a:defRPr sz="1350" b="0">
                <a:solidFill>
                  <a:srgbClr val="526976"/>
                </a:solidFill>
                <a:latin typeface="Arial"/>
                <a:ea typeface="Arial"/>
                <a:cs typeface="Arial"/>
              </a:defRPr>
            </a:lvl7pPr>
            <a:lvl8pPr>
              <a:defRPr sz="1350" b="0">
                <a:solidFill>
                  <a:srgbClr val="526976"/>
                </a:solidFill>
                <a:latin typeface="Arial"/>
                <a:ea typeface="Arial"/>
                <a:cs typeface="Arial"/>
              </a:defRPr>
            </a:lvl8pPr>
            <a:lvl9pPr>
              <a:defRPr sz="1350" b="0">
                <a:solidFill>
                  <a:srgbClr val="526976"/>
                </a:solidFill>
                <a:latin typeface="Arial"/>
                <a:ea typeface="Arial"/>
                <a:cs typeface="Arial"/>
              </a:defRPr>
            </a:lvl9pPr>
          </a:lstStyle>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O operațiune atomică, legată de zbor, poartă și persoană.</a:t>
            </a:r>
          </a:p>
        </p:txBody>
      </p:sp>
    </p:spTree>
    <p:extLst>
      <p:ext uri="{BB962C8B-B14F-4D97-AF65-F5344CB8AC3E}">
        <p14:creationId xmlns:p14="http://schemas.microsoft.com/office/powerpoint/2010/main" val="1245953051"/>
      </p:ext>
    </p:extLst>
  </p:cSld>
</p:sld>
</file>

<file path=ppt/slides/slide5.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11" name="brand-footer">
            <a:extLst xmlns:a="http://schemas.openxmlformats.org/drawingml/2006/main">
              <a:ext uri="{FF2B5EF4-FFF2-40B4-BE49-F238E27FC236}">
                <a16:creationId xmlns:a16="http://schemas.microsoft.com/office/drawing/2014/main" id="{4DD424D9-08BA-424D-AB97-42C50ECB6255}"/>
              </a:ext>
            </a:extLst>
          </p:cNvPr>
          <p:cNvSpPr>
            <a:spLocks xmlns:a="http://schemas.openxmlformats.org/drawingml/2006/main" noGrp="1"/>
          </p:cNvSpPr>
          <p:nvPr/>
        </p:nvSpPr>
        <p:spPr>
          <a:xfrm xmlns:a="http://schemas.openxmlformats.org/drawingml/2006/main">
            <a:off x="609600" y="638175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FlyLeaf  /  Flight Club</a:t>
            </a:r>
          </a:p>
        </p:txBody>
      </p:sp>
      <p:sp>
        <p:nvSpPr>
          <p:cNvPr id="2" name="page-number">
            <a:extLst xmlns:a="http://schemas.openxmlformats.org/drawingml/2006/main">
              <a:ext uri="{FF2B5EF4-FFF2-40B4-BE49-F238E27FC236}">
                <a16:creationId xmlns:a16="http://schemas.microsoft.com/office/drawing/2014/main" id="{54879A5D-2619-4010-9748-E02A839B93D4}"/>
              </a:ext>
            </a:extLst>
          </p:cNvPr>
          <p:cNvSpPr>
            <a:spLocks xmlns:a="http://schemas.openxmlformats.org/drawingml/2006/main" noGrp="1"/>
          </p:cNvSpPr>
          <p:nvPr/>
        </p:nvSpPr>
        <p:spPr>
          <a:xfrm xmlns:a="http://schemas.openxmlformats.org/drawingml/2006/main">
            <a:off x="1114425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05</a:t>
            </a:r>
          </a:p>
        </p:txBody>
      </p:sp>
      <p:sp>
        <p:nvSpPr>
          <p:cNvPr id="3" name="slide-title">
            <a:extLst xmlns:a="http://schemas.openxmlformats.org/drawingml/2006/main">
              <a:ext uri="{FF2B5EF4-FFF2-40B4-BE49-F238E27FC236}">
                <a16:creationId xmlns:a16="http://schemas.microsoft.com/office/drawing/2014/main" id="{5F4C7858-590E-4DA0-9BF4-3DC598301FFF}"/>
              </a:ext>
            </a:extLst>
          </p:cNvPr>
          <p:cNvSpPr>
            <a:spLocks xmlns:a="http://schemas.openxmlformats.org/drawingml/2006/main" noGrp="1"/>
          </p:cNvSpPr>
          <p:nvPr/>
        </p:nvSpPr>
        <p:spPr>
          <a:xfrm xmlns:a="http://schemas.openxmlformats.org/drawingml/2006/main">
            <a:off x="609600" y="523875"/>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12A3A"/>
                </a:solidFill>
                <a:latin typeface="Arial"/>
                <a:ea typeface="Arial"/>
                <a:cs typeface="Arial"/>
              </a:defRPr>
            </a:defPPr>
            <a:lvl1pPr>
              <a:defRPr sz="3600" b="1">
                <a:solidFill>
                  <a:srgbClr val="112A3A"/>
                </a:solidFill>
                <a:latin typeface="Arial"/>
                <a:ea typeface="Arial"/>
                <a:cs typeface="Arial"/>
              </a:defRPr>
            </a:lvl1pPr>
            <a:lvl2pPr>
              <a:defRPr sz="3600" b="1">
                <a:solidFill>
                  <a:srgbClr val="112A3A"/>
                </a:solidFill>
                <a:latin typeface="Arial"/>
                <a:ea typeface="Arial"/>
                <a:cs typeface="Arial"/>
              </a:defRPr>
            </a:lvl2pPr>
            <a:lvl3pPr>
              <a:defRPr sz="3600" b="1">
                <a:solidFill>
                  <a:srgbClr val="112A3A"/>
                </a:solidFill>
                <a:latin typeface="Arial"/>
                <a:ea typeface="Arial"/>
                <a:cs typeface="Arial"/>
              </a:defRPr>
            </a:lvl3pPr>
            <a:lvl4pPr>
              <a:defRPr sz="3600" b="1">
                <a:solidFill>
                  <a:srgbClr val="112A3A"/>
                </a:solidFill>
                <a:latin typeface="Arial"/>
                <a:ea typeface="Arial"/>
                <a:cs typeface="Arial"/>
              </a:defRPr>
            </a:lvl4pPr>
            <a:lvl5pPr>
              <a:defRPr sz="3600" b="1">
                <a:solidFill>
                  <a:srgbClr val="112A3A"/>
                </a:solidFill>
                <a:latin typeface="Arial"/>
                <a:ea typeface="Arial"/>
                <a:cs typeface="Arial"/>
              </a:defRPr>
            </a:lvl5pPr>
            <a:lvl6pPr>
              <a:defRPr sz="3600" b="1">
                <a:solidFill>
                  <a:srgbClr val="112A3A"/>
                </a:solidFill>
                <a:latin typeface="Arial"/>
                <a:ea typeface="Arial"/>
                <a:cs typeface="Arial"/>
              </a:defRPr>
            </a:lvl6pPr>
            <a:lvl7pPr>
              <a:defRPr sz="3600" b="1">
                <a:solidFill>
                  <a:srgbClr val="112A3A"/>
                </a:solidFill>
                <a:latin typeface="Arial"/>
                <a:ea typeface="Arial"/>
                <a:cs typeface="Arial"/>
              </a:defRPr>
            </a:lvl7pPr>
            <a:lvl8pPr>
              <a:defRPr sz="3600" b="1">
                <a:solidFill>
                  <a:srgbClr val="112A3A"/>
                </a:solidFill>
                <a:latin typeface="Arial"/>
                <a:ea typeface="Arial"/>
                <a:cs typeface="Arial"/>
              </a:defRPr>
            </a:lvl8pPr>
            <a:lvl9pPr>
              <a:defRPr sz="3600" b="1">
                <a:solidFill>
                  <a:srgbClr val="112A3A"/>
                </a:solidFill>
                <a:latin typeface="Arial"/>
                <a:ea typeface="Arial"/>
                <a:cs typeface="Arial"/>
              </a:defRPr>
            </a:lvl9pPr>
          </a:lstStyle>
          <a:p xmlns:a="http://schemas.openxmlformats.org/drawingml/2006/main">
            <a:pPr>
              <a:defRPr sz="3600" b="1">
                <a:solidFill>
                  <a:srgbClr val="112A3A"/>
                </a:solidFill>
                <a:latin typeface="Arial"/>
                <a:ea typeface="Arial"/>
                <a:cs typeface="Arial"/>
              </a:defRPr>
            </a:pPr>
            <a:r>
              <a:rPr sz="3600" b="1">
                <a:solidFill>
                  <a:srgbClr val="112A3A"/>
                </a:solidFill>
                <a:latin typeface="Arial"/>
                <a:ea typeface="Arial"/>
                <a:cs typeface="Arial"/>
              </a:rPr>
              <a:t>O abatere poate îmbunătăți procedura</a:t>
            </a:r>
          </a:p>
        </p:txBody>
      </p:sp>
      <p:pic>
        <p:nvPicPr>
          <p:cNvPr id="4" name="">
            <a:extLst xmlns:a="http://schemas.openxmlformats.org/drawingml/2006/main">
              <a:ext uri="{FF2B5EF4-FFF2-40B4-BE49-F238E27FC236}">
                <a16:creationId xmlns:a16="http://schemas.microsoft.com/office/drawing/2014/main" id="{BAA10737-D1CE-4067-B8EA-C93AEF2CA184}"/>
              </a:ext>
            </a:extLst>
          </p:cNvPr>
          <p:cNvPicPr>
            <a:picLocks xmlns:a="http://schemas.openxmlformats.org/drawingml/2006/main" noChangeAspect="1"/>
          </p:cNvPicPr>
          <p:nvPr/>
        </p:nvPicPr>
        <p:blipFill>
          <a:blip xmlns:r="http://schemas.openxmlformats.org/officeDocument/2006/relationships" xmlns:a="http://schemas.openxmlformats.org/drawingml/2006/main" r:embed="R08c7623ca5ad4a7b"/>
          <a:stretch xmlns:a="http://schemas.openxmlformats.org/drawingml/2006/main"/>
        </p:blipFill>
        <p:spPr>
          <a:xfrm xmlns:a="http://schemas.openxmlformats.org/drawingml/2006/main">
            <a:off x="4719638" y="1809750"/>
            <a:ext cx="6429375" cy="4286250"/>
          </a:xfrm>
          <a:prstGeom xmlns:a="http://schemas.openxmlformats.org/drawingml/2006/main" prst="rect">
            <a:avLst/>
          </a:prstGeom>
        </p:spPr>
      </p:pic>
      <p:sp>
        <p:nvSpPr>
          <p:cNvPr id="5" name="lead">
            <a:extLst xmlns:a="http://schemas.openxmlformats.org/drawingml/2006/main">
              <a:ext uri="{FF2B5EF4-FFF2-40B4-BE49-F238E27FC236}">
                <a16:creationId xmlns:a16="http://schemas.microsoft.com/office/drawing/2014/main" id="{9F44B86D-4B88-4C13-B9C0-9508E747A34A}"/>
              </a:ext>
            </a:extLst>
          </p:cNvPr>
          <p:cNvSpPr>
            <a:spLocks xmlns:a="http://schemas.openxmlformats.org/drawingml/2006/main" noGrp="1"/>
          </p:cNvSpPr>
          <p:nvPr/>
        </p:nvSpPr>
        <p:spPr>
          <a:xfrm xmlns:a="http://schemas.openxmlformats.org/drawingml/2006/main">
            <a:off x="609600" y="1952625"/>
            <a:ext cx="3381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12A3A"/>
                </a:solidFill>
                <a:latin typeface="Arial"/>
                <a:ea typeface="Arial"/>
                <a:cs typeface="Arial"/>
              </a:defRPr>
            </a:defPPr>
            <a:lvl1pPr>
              <a:defRPr sz="2325" b="1">
                <a:solidFill>
                  <a:srgbClr val="112A3A"/>
                </a:solidFill>
                <a:latin typeface="Arial"/>
                <a:ea typeface="Arial"/>
                <a:cs typeface="Arial"/>
              </a:defRPr>
            </a:lvl1pPr>
            <a:lvl2pPr>
              <a:defRPr sz="2325" b="1">
                <a:solidFill>
                  <a:srgbClr val="112A3A"/>
                </a:solidFill>
                <a:latin typeface="Arial"/>
                <a:ea typeface="Arial"/>
                <a:cs typeface="Arial"/>
              </a:defRPr>
            </a:lvl2pPr>
            <a:lvl3pPr>
              <a:defRPr sz="2325" b="1">
                <a:solidFill>
                  <a:srgbClr val="112A3A"/>
                </a:solidFill>
                <a:latin typeface="Arial"/>
                <a:ea typeface="Arial"/>
                <a:cs typeface="Arial"/>
              </a:defRPr>
            </a:lvl3pPr>
            <a:lvl4pPr>
              <a:defRPr sz="2325" b="1">
                <a:solidFill>
                  <a:srgbClr val="112A3A"/>
                </a:solidFill>
                <a:latin typeface="Arial"/>
                <a:ea typeface="Arial"/>
                <a:cs typeface="Arial"/>
              </a:defRPr>
            </a:lvl4pPr>
            <a:lvl5pPr>
              <a:defRPr sz="2325" b="1">
                <a:solidFill>
                  <a:srgbClr val="112A3A"/>
                </a:solidFill>
                <a:latin typeface="Arial"/>
                <a:ea typeface="Arial"/>
                <a:cs typeface="Arial"/>
              </a:defRPr>
            </a:lvl5pPr>
            <a:lvl6pPr>
              <a:defRPr sz="2325" b="1">
                <a:solidFill>
                  <a:srgbClr val="112A3A"/>
                </a:solidFill>
                <a:latin typeface="Arial"/>
                <a:ea typeface="Arial"/>
                <a:cs typeface="Arial"/>
              </a:defRPr>
            </a:lvl6pPr>
            <a:lvl7pPr>
              <a:defRPr sz="2325" b="1">
                <a:solidFill>
                  <a:srgbClr val="112A3A"/>
                </a:solidFill>
                <a:latin typeface="Arial"/>
                <a:ea typeface="Arial"/>
                <a:cs typeface="Arial"/>
              </a:defRPr>
            </a:lvl7pPr>
            <a:lvl8pPr>
              <a:defRPr sz="2325" b="1">
                <a:solidFill>
                  <a:srgbClr val="112A3A"/>
                </a:solidFill>
                <a:latin typeface="Arial"/>
                <a:ea typeface="Arial"/>
                <a:cs typeface="Arial"/>
              </a:defRPr>
            </a:lvl8pPr>
            <a:lvl9pPr>
              <a:defRPr sz="2325" b="1">
                <a:solidFill>
                  <a:srgbClr val="112A3A"/>
                </a:solidFill>
                <a:latin typeface="Arial"/>
                <a:ea typeface="Arial"/>
                <a:cs typeface="Arial"/>
              </a:defRPr>
            </a:lvl9pPr>
          </a:lstStyle>
          <a:p xmlns:a="http://schemas.openxmlformats.org/drawingml/2006/main">
            <a:pPr>
              <a:defRPr sz="2325" b="1">
                <a:solidFill>
                  <a:srgbClr val="112A3A"/>
                </a:solidFill>
                <a:latin typeface="Arial"/>
                <a:ea typeface="Arial"/>
                <a:cs typeface="Arial"/>
              </a:defRPr>
            </a:pPr>
            <a:r>
              <a:rPr sz="2325" b="1">
                <a:solidFill>
                  <a:srgbClr val="112A3A"/>
                </a:solidFill>
                <a:latin typeface="Arial"/>
                <a:ea typeface="Arial"/>
                <a:cs typeface="Arial"/>
              </a:rPr>
              <a:t>SOP = pași, responsabil și dovadă.</a:t>
            </a:r>
          </a:p>
        </p:txBody>
      </p:sp>
      <p:sp>
        <p:nvSpPr>
          <p:cNvPr id="6" name="feature">
            <a:extLst xmlns:a="http://schemas.openxmlformats.org/drawingml/2006/main">
              <a:ext uri="{FF2B5EF4-FFF2-40B4-BE49-F238E27FC236}">
                <a16:creationId xmlns:a16="http://schemas.microsoft.com/office/drawing/2014/main" id="{F20925E1-3F24-4420-8FE3-1AC74FBCA829}"/>
              </a:ext>
            </a:extLst>
          </p:cNvPr>
          <p:cNvSpPr>
            <a:spLocks xmlns:a="http://schemas.openxmlformats.org/drawingml/2006/main" noGrp="1"/>
          </p:cNvSpPr>
          <p:nvPr/>
        </p:nvSpPr>
        <p:spPr>
          <a:xfrm xmlns:a="http://schemas.openxmlformats.org/drawingml/2006/main">
            <a:off x="609600" y="32861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12 modele de proceduri</a:t>
            </a:r>
          </a:p>
        </p:txBody>
      </p:sp>
      <p:sp>
        <p:nvSpPr>
          <p:cNvPr id="7" name="feature">
            <a:extLst xmlns:a="http://schemas.openxmlformats.org/drawingml/2006/main">
              <a:ext uri="{FF2B5EF4-FFF2-40B4-BE49-F238E27FC236}">
                <a16:creationId xmlns:a16="http://schemas.microsoft.com/office/drawing/2014/main" id="{9BADCA68-2C52-4F4F-9686-504C704DA619}"/>
              </a:ext>
            </a:extLst>
          </p:cNvPr>
          <p:cNvSpPr>
            <a:spLocks xmlns:a="http://schemas.openxmlformats.org/drawingml/2006/main" noGrp="1"/>
          </p:cNvSpPr>
          <p:nvPr/>
        </p:nvSpPr>
        <p:spPr>
          <a:xfrm xmlns:a="http://schemas.openxmlformats.org/drawingml/2006/main">
            <a:off x="609600" y="39528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Condiții înainte de începere</a:t>
            </a:r>
          </a:p>
        </p:txBody>
      </p:sp>
      <p:sp>
        <p:nvSpPr>
          <p:cNvPr id="8" name="feature">
            <a:extLst xmlns:a="http://schemas.openxmlformats.org/drawingml/2006/main">
              <a:ext uri="{FF2B5EF4-FFF2-40B4-BE49-F238E27FC236}">
                <a16:creationId xmlns:a16="http://schemas.microsoft.com/office/drawing/2014/main" id="{32BBDF62-31F4-4DE6-AA94-CCF7474FDC1A}"/>
              </a:ext>
            </a:extLst>
          </p:cNvPr>
          <p:cNvSpPr>
            <a:spLocks xmlns:a="http://schemas.openxmlformats.org/drawingml/2006/main" noGrp="1"/>
          </p:cNvSpPr>
          <p:nvPr/>
        </p:nvSpPr>
        <p:spPr>
          <a:xfrm xmlns:a="http://schemas.openxmlformats.org/drawingml/2006/main">
            <a:off x="609600" y="46196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Excepții și escaladare</a:t>
            </a:r>
          </a:p>
        </p:txBody>
      </p:sp>
      <p:sp>
        <p:nvSpPr>
          <p:cNvPr id="9" name="feature">
            <a:extLst xmlns:a="http://schemas.openxmlformats.org/drawingml/2006/main">
              <a:ext uri="{FF2B5EF4-FFF2-40B4-BE49-F238E27FC236}">
                <a16:creationId xmlns:a16="http://schemas.microsoft.com/office/drawing/2014/main" id="{4BE8613B-207E-4431-BF37-EAB722C42869}"/>
              </a:ext>
            </a:extLst>
          </p:cNvPr>
          <p:cNvSpPr>
            <a:spLocks xmlns:a="http://schemas.openxmlformats.org/drawingml/2006/main" noGrp="1"/>
          </p:cNvSpPr>
          <p:nvPr/>
        </p:nvSpPr>
        <p:spPr>
          <a:xfrm xmlns:a="http://schemas.openxmlformats.org/drawingml/2006/main">
            <a:off x="609600" y="52863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Ciornă locală cu avizare</a:t>
            </a:r>
          </a:p>
        </p:txBody>
      </p:sp>
      <p:sp>
        <p:nvSpPr>
          <p:cNvPr id="10" name="image-caption">
            <a:extLst xmlns:a="http://schemas.openxmlformats.org/drawingml/2006/main">
              <a:ext uri="{FF2B5EF4-FFF2-40B4-BE49-F238E27FC236}">
                <a16:creationId xmlns:a16="http://schemas.microsoft.com/office/drawing/2014/main" id="{6BA627A8-323E-40FA-92F3-B44ACD300361}"/>
              </a:ext>
            </a:extLst>
          </p:cNvPr>
          <p:cNvSpPr>
            <a:spLocks xmlns:a="http://schemas.openxmlformats.org/drawingml/2006/main" noGrp="1"/>
          </p:cNvSpPr>
          <p:nvPr/>
        </p:nvSpPr>
        <p:spPr>
          <a:xfrm xmlns:a="http://schemas.openxmlformats.org/drawingml/2006/main">
            <a:off x="4286250" y="6096000"/>
            <a:ext cx="729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26976"/>
                </a:solidFill>
                <a:latin typeface="Arial"/>
                <a:ea typeface="Arial"/>
                <a:cs typeface="Arial"/>
              </a:defRPr>
            </a:defPPr>
            <a:lvl1pPr>
              <a:defRPr sz="1350" b="0">
                <a:solidFill>
                  <a:srgbClr val="526976"/>
                </a:solidFill>
                <a:latin typeface="Arial"/>
                <a:ea typeface="Arial"/>
                <a:cs typeface="Arial"/>
              </a:defRPr>
            </a:lvl1pPr>
            <a:lvl2pPr>
              <a:defRPr sz="1350" b="0">
                <a:solidFill>
                  <a:srgbClr val="526976"/>
                </a:solidFill>
                <a:latin typeface="Arial"/>
                <a:ea typeface="Arial"/>
                <a:cs typeface="Arial"/>
              </a:defRPr>
            </a:lvl2pPr>
            <a:lvl3pPr>
              <a:defRPr sz="1350" b="0">
                <a:solidFill>
                  <a:srgbClr val="526976"/>
                </a:solidFill>
                <a:latin typeface="Arial"/>
                <a:ea typeface="Arial"/>
                <a:cs typeface="Arial"/>
              </a:defRPr>
            </a:lvl3pPr>
            <a:lvl4pPr>
              <a:defRPr sz="1350" b="0">
                <a:solidFill>
                  <a:srgbClr val="526976"/>
                </a:solidFill>
                <a:latin typeface="Arial"/>
                <a:ea typeface="Arial"/>
                <a:cs typeface="Arial"/>
              </a:defRPr>
            </a:lvl4pPr>
            <a:lvl5pPr>
              <a:defRPr sz="1350" b="0">
                <a:solidFill>
                  <a:srgbClr val="526976"/>
                </a:solidFill>
                <a:latin typeface="Arial"/>
                <a:ea typeface="Arial"/>
                <a:cs typeface="Arial"/>
              </a:defRPr>
            </a:lvl5pPr>
            <a:lvl6pPr>
              <a:defRPr sz="1350" b="0">
                <a:solidFill>
                  <a:srgbClr val="526976"/>
                </a:solidFill>
                <a:latin typeface="Arial"/>
                <a:ea typeface="Arial"/>
                <a:cs typeface="Arial"/>
              </a:defRPr>
            </a:lvl6pPr>
            <a:lvl7pPr>
              <a:defRPr sz="1350" b="0">
                <a:solidFill>
                  <a:srgbClr val="526976"/>
                </a:solidFill>
                <a:latin typeface="Arial"/>
                <a:ea typeface="Arial"/>
                <a:cs typeface="Arial"/>
              </a:defRPr>
            </a:lvl7pPr>
            <a:lvl8pPr>
              <a:defRPr sz="1350" b="0">
                <a:solidFill>
                  <a:srgbClr val="526976"/>
                </a:solidFill>
                <a:latin typeface="Arial"/>
                <a:ea typeface="Arial"/>
                <a:cs typeface="Arial"/>
              </a:defRPr>
            </a:lvl8pPr>
            <a:lvl9pPr>
              <a:defRPr sz="1350" b="0">
                <a:solidFill>
                  <a:srgbClr val="526976"/>
                </a:solidFill>
                <a:latin typeface="Arial"/>
                <a:ea typeface="Arial"/>
                <a:cs typeface="Arial"/>
              </a:defRPr>
            </a:lvl9pPr>
          </a:lstStyle>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Exemplu: pregătirea și deschiderea porții.</a:t>
            </a:r>
          </a:p>
        </p:txBody>
      </p:sp>
    </p:spTree>
    <p:extLst>
      <p:ext uri="{BB962C8B-B14F-4D97-AF65-F5344CB8AC3E}">
        <p14:creationId xmlns:p14="http://schemas.microsoft.com/office/powerpoint/2010/main" val="290896756"/>
      </p:ext>
    </p:extLst>
  </p:cSld>
</p:sld>
</file>

<file path=ppt/slides/slide6.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3" name="brand-footer">
            <a:extLst xmlns:a="http://schemas.openxmlformats.org/drawingml/2006/main">
              <a:ext uri="{FF2B5EF4-FFF2-40B4-BE49-F238E27FC236}">
                <a16:creationId xmlns:a16="http://schemas.microsoft.com/office/drawing/2014/main" id="{8D3F705E-9222-40CA-BF17-58E6E331FBCF}"/>
              </a:ext>
            </a:extLst>
          </p:cNvPr>
          <p:cNvSpPr>
            <a:spLocks xmlns:a="http://schemas.openxmlformats.org/drawingml/2006/main" noGrp="1"/>
          </p:cNvSpPr>
          <p:nvPr/>
        </p:nvSpPr>
        <p:spPr>
          <a:xfrm xmlns:a="http://schemas.openxmlformats.org/drawingml/2006/main">
            <a:off x="609600" y="638175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A8BFC9"/>
                </a:solidFill>
                <a:latin typeface="Arial"/>
                <a:ea typeface="Arial"/>
                <a:cs typeface="Arial"/>
              </a:defRPr>
            </a:defPPr>
            <a:lvl1pPr>
              <a:defRPr sz="1200" b="0">
                <a:solidFill>
                  <a:srgbClr val="A8BFC9"/>
                </a:solidFill>
                <a:latin typeface="Arial"/>
                <a:ea typeface="Arial"/>
                <a:cs typeface="Arial"/>
              </a:defRPr>
            </a:lvl1pPr>
            <a:lvl2pPr>
              <a:defRPr sz="1200" b="0">
                <a:solidFill>
                  <a:srgbClr val="A8BFC9"/>
                </a:solidFill>
                <a:latin typeface="Arial"/>
                <a:ea typeface="Arial"/>
                <a:cs typeface="Arial"/>
              </a:defRPr>
            </a:lvl2pPr>
            <a:lvl3pPr>
              <a:defRPr sz="1200" b="0">
                <a:solidFill>
                  <a:srgbClr val="A8BFC9"/>
                </a:solidFill>
                <a:latin typeface="Arial"/>
                <a:ea typeface="Arial"/>
                <a:cs typeface="Arial"/>
              </a:defRPr>
            </a:lvl3pPr>
            <a:lvl4pPr>
              <a:defRPr sz="1200" b="0">
                <a:solidFill>
                  <a:srgbClr val="A8BFC9"/>
                </a:solidFill>
                <a:latin typeface="Arial"/>
                <a:ea typeface="Arial"/>
                <a:cs typeface="Arial"/>
              </a:defRPr>
            </a:lvl4pPr>
            <a:lvl5pPr>
              <a:defRPr sz="1200" b="0">
                <a:solidFill>
                  <a:srgbClr val="A8BFC9"/>
                </a:solidFill>
                <a:latin typeface="Arial"/>
                <a:ea typeface="Arial"/>
                <a:cs typeface="Arial"/>
              </a:defRPr>
            </a:lvl5pPr>
            <a:lvl6pPr>
              <a:defRPr sz="1200" b="0">
                <a:solidFill>
                  <a:srgbClr val="A8BFC9"/>
                </a:solidFill>
                <a:latin typeface="Arial"/>
                <a:ea typeface="Arial"/>
                <a:cs typeface="Arial"/>
              </a:defRPr>
            </a:lvl6pPr>
            <a:lvl7pPr>
              <a:defRPr sz="1200" b="0">
                <a:solidFill>
                  <a:srgbClr val="A8BFC9"/>
                </a:solidFill>
                <a:latin typeface="Arial"/>
                <a:ea typeface="Arial"/>
                <a:cs typeface="Arial"/>
              </a:defRPr>
            </a:lvl7pPr>
            <a:lvl8pPr>
              <a:defRPr sz="1200" b="0">
                <a:solidFill>
                  <a:srgbClr val="A8BFC9"/>
                </a:solidFill>
                <a:latin typeface="Arial"/>
                <a:ea typeface="Arial"/>
                <a:cs typeface="Arial"/>
              </a:defRPr>
            </a:lvl8pPr>
            <a:lvl9pPr>
              <a:defRPr sz="1200" b="0">
                <a:solidFill>
                  <a:srgbClr val="A8BFC9"/>
                </a:solidFill>
                <a:latin typeface="Arial"/>
                <a:ea typeface="Arial"/>
                <a:cs typeface="Arial"/>
              </a:defRPr>
            </a:lvl9pPr>
          </a:lstStyle>
          <a:p xmlns:a="http://schemas.openxmlformats.org/drawingml/2006/main">
            <a:pPr>
              <a:defRPr sz="1200" b="0">
                <a:solidFill>
                  <a:srgbClr val="A8BFC9"/>
                </a:solidFill>
                <a:latin typeface="Arial"/>
                <a:ea typeface="Arial"/>
                <a:cs typeface="Arial"/>
              </a:defRPr>
            </a:pPr>
            <a:r>
              <a:rPr sz="1200" b="0">
                <a:solidFill>
                  <a:srgbClr val="A8BFC9"/>
                </a:solidFill>
                <a:latin typeface="Arial"/>
                <a:ea typeface="Arial"/>
                <a:cs typeface="Arial"/>
              </a:rPr>
              <a:t>FlyLeaf  /  Flight Club</a:t>
            </a:r>
          </a:p>
        </p:txBody>
      </p:sp>
      <p:sp>
        <p:nvSpPr>
          <p:cNvPr id="2" name="page-number">
            <a:extLst xmlns:a="http://schemas.openxmlformats.org/drawingml/2006/main">
              <a:ext uri="{FF2B5EF4-FFF2-40B4-BE49-F238E27FC236}">
                <a16:creationId xmlns:a16="http://schemas.microsoft.com/office/drawing/2014/main" id="{4237E784-2F43-4421-95C7-6A3D0124A0D6}"/>
              </a:ext>
            </a:extLst>
          </p:cNvPr>
          <p:cNvSpPr>
            <a:spLocks xmlns:a="http://schemas.openxmlformats.org/drawingml/2006/main" noGrp="1"/>
          </p:cNvSpPr>
          <p:nvPr/>
        </p:nvSpPr>
        <p:spPr>
          <a:xfrm xmlns:a="http://schemas.openxmlformats.org/drawingml/2006/main">
            <a:off x="1114425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A8BFC9"/>
                </a:solidFill>
                <a:latin typeface="Arial"/>
                <a:ea typeface="Arial"/>
                <a:cs typeface="Arial"/>
              </a:defRPr>
            </a:defPPr>
            <a:lvl1pPr>
              <a:defRPr sz="1200" b="0">
                <a:solidFill>
                  <a:srgbClr val="A8BFC9"/>
                </a:solidFill>
                <a:latin typeface="Arial"/>
                <a:ea typeface="Arial"/>
                <a:cs typeface="Arial"/>
              </a:defRPr>
            </a:lvl1pPr>
            <a:lvl2pPr>
              <a:defRPr sz="1200" b="0">
                <a:solidFill>
                  <a:srgbClr val="A8BFC9"/>
                </a:solidFill>
                <a:latin typeface="Arial"/>
                <a:ea typeface="Arial"/>
                <a:cs typeface="Arial"/>
              </a:defRPr>
            </a:lvl2pPr>
            <a:lvl3pPr>
              <a:defRPr sz="1200" b="0">
                <a:solidFill>
                  <a:srgbClr val="A8BFC9"/>
                </a:solidFill>
                <a:latin typeface="Arial"/>
                <a:ea typeface="Arial"/>
                <a:cs typeface="Arial"/>
              </a:defRPr>
            </a:lvl3pPr>
            <a:lvl4pPr>
              <a:defRPr sz="1200" b="0">
                <a:solidFill>
                  <a:srgbClr val="A8BFC9"/>
                </a:solidFill>
                <a:latin typeface="Arial"/>
                <a:ea typeface="Arial"/>
                <a:cs typeface="Arial"/>
              </a:defRPr>
            </a:lvl4pPr>
            <a:lvl5pPr>
              <a:defRPr sz="1200" b="0">
                <a:solidFill>
                  <a:srgbClr val="A8BFC9"/>
                </a:solidFill>
                <a:latin typeface="Arial"/>
                <a:ea typeface="Arial"/>
                <a:cs typeface="Arial"/>
              </a:defRPr>
            </a:lvl5pPr>
            <a:lvl6pPr>
              <a:defRPr sz="1200" b="0">
                <a:solidFill>
                  <a:srgbClr val="A8BFC9"/>
                </a:solidFill>
                <a:latin typeface="Arial"/>
                <a:ea typeface="Arial"/>
                <a:cs typeface="Arial"/>
              </a:defRPr>
            </a:lvl6pPr>
            <a:lvl7pPr>
              <a:defRPr sz="1200" b="0">
                <a:solidFill>
                  <a:srgbClr val="A8BFC9"/>
                </a:solidFill>
                <a:latin typeface="Arial"/>
                <a:ea typeface="Arial"/>
                <a:cs typeface="Arial"/>
              </a:defRPr>
            </a:lvl7pPr>
            <a:lvl8pPr>
              <a:defRPr sz="1200" b="0">
                <a:solidFill>
                  <a:srgbClr val="A8BFC9"/>
                </a:solidFill>
                <a:latin typeface="Arial"/>
                <a:ea typeface="Arial"/>
                <a:cs typeface="Arial"/>
              </a:defRPr>
            </a:lvl8pPr>
            <a:lvl9pPr>
              <a:defRPr sz="1200" b="0">
                <a:solidFill>
                  <a:srgbClr val="A8BFC9"/>
                </a:solidFill>
                <a:latin typeface="Arial"/>
                <a:ea typeface="Arial"/>
                <a:cs typeface="Arial"/>
              </a:defRPr>
            </a:lvl9pPr>
          </a:lstStyle>
          <a:p xmlns:a="http://schemas.openxmlformats.org/drawingml/2006/main">
            <a:pPr>
              <a:defRPr sz="1200" b="0">
                <a:solidFill>
                  <a:srgbClr val="A8BFC9"/>
                </a:solidFill>
                <a:latin typeface="Arial"/>
                <a:ea typeface="Arial"/>
                <a:cs typeface="Arial"/>
              </a:defRPr>
            </a:pPr>
            <a:r>
              <a:rPr sz="1200" b="0">
                <a:solidFill>
                  <a:srgbClr val="A8BFC9"/>
                </a:solidFill>
                <a:latin typeface="Arial"/>
                <a:ea typeface="Arial"/>
                <a:cs typeface="Arial"/>
              </a:rPr>
              <a:t>06</a:t>
            </a:r>
          </a:p>
        </p:txBody>
      </p:sp>
      <p:sp>
        <p:nvSpPr>
          <p:cNvPr id="3" name="slide-title">
            <a:extLst xmlns:a="http://schemas.openxmlformats.org/drawingml/2006/main">
              <a:ext uri="{FF2B5EF4-FFF2-40B4-BE49-F238E27FC236}">
                <a16:creationId xmlns:a16="http://schemas.microsoft.com/office/drawing/2014/main" id="{350D82C7-CF13-4C65-9A99-67BE7589F65F}"/>
              </a:ext>
            </a:extLst>
          </p:cNvPr>
          <p:cNvSpPr>
            <a:spLocks xmlns:a="http://schemas.openxmlformats.org/drawingml/2006/main" noGrp="1"/>
          </p:cNvSpPr>
          <p:nvPr/>
        </p:nvSpPr>
        <p:spPr>
          <a:xfrm xmlns:a="http://schemas.openxmlformats.org/drawingml/2006/main">
            <a:off x="609600" y="523875"/>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4F7F6"/>
                </a:solidFill>
                <a:latin typeface="Arial"/>
                <a:ea typeface="Arial"/>
                <a:cs typeface="Arial"/>
              </a:defRPr>
            </a:defPPr>
            <a:lvl1pPr>
              <a:defRPr sz="3600" b="1">
                <a:solidFill>
                  <a:srgbClr val="F4F7F6"/>
                </a:solidFill>
                <a:latin typeface="Arial"/>
                <a:ea typeface="Arial"/>
                <a:cs typeface="Arial"/>
              </a:defRPr>
            </a:lvl1pPr>
            <a:lvl2pPr>
              <a:defRPr sz="3600" b="1">
                <a:solidFill>
                  <a:srgbClr val="F4F7F6"/>
                </a:solidFill>
                <a:latin typeface="Arial"/>
                <a:ea typeface="Arial"/>
                <a:cs typeface="Arial"/>
              </a:defRPr>
            </a:lvl2pPr>
            <a:lvl3pPr>
              <a:defRPr sz="3600" b="1">
                <a:solidFill>
                  <a:srgbClr val="F4F7F6"/>
                </a:solidFill>
                <a:latin typeface="Arial"/>
                <a:ea typeface="Arial"/>
                <a:cs typeface="Arial"/>
              </a:defRPr>
            </a:lvl3pPr>
            <a:lvl4pPr>
              <a:defRPr sz="3600" b="1">
                <a:solidFill>
                  <a:srgbClr val="F4F7F6"/>
                </a:solidFill>
                <a:latin typeface="Arial"/>
                <a:ea typeface="Arial"/>
                <a:cs typeface="Arial"/>
              </a:defRPr>
            </a:lvl4pPr>
            <a:lvl5pPr>
              <a:defRPr sz="3600" b="1">
                <a:solidFill>
                  <a:srgbClr val="F4F7F6"/>
                </a:solidFill>
                <a:latin typeface="Arial"/>
                <a:ea typeface="Arial"/>
                <a:cs typeface="Arial"/>
              </a:defRPr>
            </a:lvl5pPr>
            <a:lvl6pPr>
              <a:defRPr sz="3600" b="1">
                <a:solidFill>
                  <a:srgbClr val="F4F7F6"/>
                </a:solidFill>
                <a:latin typeface="Arial"/>
                <a:ea typeface="Arial"/>
                <a:cs typeface="Arial"/>
              </a:defRPr>
            </a:lvl6pPr>
            <a:lvl7pPr>
              <a:defRPr sz="3600" b="1">
                <a:solidFill>
                  <a:srgbClr val="F4F7F6"/>
                </a:solidFill>
                <a:latin typeface="Arial"/>
                <a:ea typeface="Arial"/>
                <a:cs typeface="Arial"/>
              </a:defRPr>
            </a:lvl7pPr>
            <a:lvl8pPr>
              <a:defRPr sz="3600" b="1">
                <a:solidFill>
                  <a:srgbClr val="F4F7F6"/>
                </a:solidFill>
                <a:latin typeface="Arial"/>
                <a:ea typeface="Arial"/>
                <a:cs typeface="Arial"/>
              </a:defRPr>
            </a:lvl8pPr>
            <a:lvl9pPr>
              <a:defRPr sz="3600" b="1">
                <a:solidFill>
                  <a:srgbClr val="F4F7F6"/>
                </a:solidFill>
                <a:latin typeface="Arial"/>
                <a:ea typeface="Arial"/>
                <a:cs typeface="Arial"/>
              </a:defRPr>
            </a:lvl9pPr>
          </a:lstStyle>
          <a:p xmlns:a="http://schemas.openxmlformats.org/drawingml/2006/main">
            <a:pPr>
              <a:defRPr sz="3600" b="1">
                <a:solidFill>
                  <a:srgbClr val="F4F7F6"/>
                </a:solidFill>
                <a:latin typeface="Arial"/>
                <a:ea typeface="Arial"/>
                <a:cs typeface="Arial"/>
              </a:defRPr>
            </a:pPr>
            <a:r>
              <a:rPr sz="3600" b="1">
                <a:solidFill>
                  <a:srgbClr val="F4F7F6"/>
                </a:solidFill>
                <a:latin typeface="Arial"/>
                <a:ea typeface="Arial"/>
                <a:cs typeface="Arial"/>
              </a:rPr>
              <a:t>Luna propune. Echipa verifică și decide.</a:t>
            </a:r>
          </a:p>
        </p:txBody>
      </p:sp>
      <p:sp>
        <p:nvSpPr>
          <p:cNvPr id="4" name="row-label">
            <a:extLst xmlns:a="http://schemas.openxmlformats.org/drawingml/2006/main">
              <a:ext uri="{FF2B5EF4-FFF2-40B4-BE49-F238E27FC236}">
                <a16:creationId xmlns:a16="http://schemas.microsoft.com/office/drawing/2014/main" id="{98008DA5-750F-4FAC-B480-C029221094FE}"/>
              </a:ext>
            </a:extLst>
          </p:cNvPr>
          <p:cNvSpPr>
            <a:spLocks xmlns:a="http://schemas.openxmlformats.org/drawingml/2006/main" noGrp="1"/>
          </p:cNvSpPr>
          <p:nvPr/>
        </p:nvSpPr>
        <p:spPr>
          <a:xfrm xmlns:a="http://schemas.openxmlformats.org/drawingml/2006/main">
            <a:off x="647700" y="20955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71E6BB"/>
                </a:solidFill>
                <a:latin typeface="Arial"/>
                <a:ea typeface="Arial"/>
                <a:cs typeface="Arial"/>
              </a:defRPr>
            </a:defPPr>
            <a:lvl1pPr>
              <a:defRPr sz="2250" b="1">
                <a:solidFill>
                  <a:srgbClr val="71E6BB"/>
                </a:solidFill>
                <a:latin typeface="Arial"/>
                <a:ea typeface="Arial"/>
                <a:cs typeface="Arial"/>
              </a:defRPr>
            </a:lvl1pPr>
            <a:lvl2pPr>
              <a:defRPr sz="2250" b="1">
                <a:solidFill>
                  <a:srgbClr val="71E6BB"/>
                </a:solidFill>
                <a:latin typeface="Arial"/>
                <a:ea typeface="Arial"/>
                <a:cs typeface="Arial"/>
              </a:defRPr>
            </a:lvl2pPr>
            <a:lvl3pPr>
              <a:defRPr sz="2250" b="1">
                <a:solidFill>
                  <a:srgbClr val="71E6BB"/>
                </a:solidFill>
                <a:latin typeface="Arial"/>
                <a:ea typeface="Arial"/>
                <a:cs typeface="Arial"/>
              </a:defRPr>
            </a:lvl3pPr>
            <a:lvl4pPr>
              <a:defRPr sz="2250" b="1">
                <a:solidFill>
                  <a:srgbClr val="71E6BB"/>
                </a:solidFill>
                <a:latin typeface="Arial"/>
                <a:ea typeface="Arial"/>
                <a:cs typeface="Arial"/>
              </a:defRPr>
            </a:lvl4pPr>
            <a:lvl5pPr>
              <a:defRPr sz="2250" b="1">
                <a:solidFill>
                  <a:srgbClr val="71E6BB"/>
                </a:solidFill>
                <a:latin typeface="Arial"/>
                <a:ea typeface="Arial"/>
                <a:cs typeface="Arial"/>
              </a:defRPr>
            </a:lvl5pPr>
            <a:lvl6pPr>
              <a:defRPr sz="2250" b="1">
                <a:solidFill>
                  <a:srgbClr val="71E6BB"/>
                </a:solidFill>
                <a:latin typeface="Arial"/>
                <a:ea typeface="Arial"/>
                <a:cs typeface="Arial"/>
              </a:defRPr>
            </a:lvl6pPr>
            <a:lvl7pPr>
              <a:defRPr sz="2250" b="1">
                <a:solidFill>
                  <a:srgbClr val="71E6BB"/>
                </a:solidFill>
                <a:latin typeface="Arial"/>
                <a:ea typeface="Arial"/>
                <a:cs typeface="Arial"/>
              </a:defRPr>
            </a:lvl7pPr>
            <a:lvl8pPr>
              <a:defRPr sz="2250" b="1">
                <a:solidFill>
                  <a:srgbClr val="71E6BB"/>
                </a:solidFill>
                <a:latin typeface="Arial"/>
                <a:ea typeface="Arial"/>
                <a:cs typeface="Arial"/>
              </a:defRPr>
            </a:lvl8pPr>
            <a:lvl9pPr>
              <a:defRPr sz="2250" b="1">
                <a:solidFill>
                  <a:srgbClr val="71E6BB"/>
                </a:solidFill>
                <a:latin typeface="Arial"/>
                <a:ea typeface="Arial"/>
                <a:cs typeface="Arial"/>
              </a:defRPr>
            </a:lvl9pPr>
          </a:lstStyle>
          <a:p xmlns:a="http://schemas.openxmlformats.org/drawingml/2006/main">
            <a:pPr>
              <a:defRPr sz="2250" b="1">
                <a:solidFill>
                  <a:srgbClr val="71E6BB"/>
                </a:solidFill>
                <a:latin typeface="Arial"/>
                <a:ea typeface="Arial"/>
                <a:cs typeface="Arial"/>
              </a:defRPr>
            </a:pPr>
            <a:r>
              <a:rPr sz="2250" b="1">
                <a:solidFill>
                  <a:srgbClr val="71E6BB"/>
                </a:solidFill>
                <a:latin typeface="Arial"/>
                <a:ea typeface="Arial"/>
                <a:cs typeface="Arial"/>
              </a:rPr>
              <a:t>Context</a:t>
            </a:r>
          </a:p>
        </p:txBody>
      </p:sp>
      <p:sp>
        <p:nvSpPr>
          <p:cNvPr id="5" name="row-body">
            <a:extLst xmlns:a="http://schemas.openxmlformats.org/drawingml/2006/main">
              <a:ext uri="{FF2B5EF4-FFF2-40B4-BE49-F238E27FC236}">
                <a16:creationId xmlns:a16="http://schemas.microsoft.com/office/drawing/2014/main" id="{5977E849-3E0A-456C-B97D-9E309CD0965F}"/>
              </a:ext>
            </a:extLst>
          </p:cNvPr>
          <p:cNvSpPr>
            <a:spLocks xmlns:a="http://schemas.openxmlformats.org/drawingml/2006/main" noGrp="1"/>
          </p:cNvSpPr>
          <p:nvPr/>
        </p:nvSpPr>
        <p:spPr>
          <a:xfrm xmlns:a="http://schemas.openxmlformats.org/drawingml/2006/main">
            <a:off x="4381500" y="2095500"/>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F4F7F6"/>
                </a:solidFill>
                <a:latin typeface="Arial"/>
                <a:ea typeface="Arial"/>
                <a:cs typeface="Arial"/>
              </a:defRPr>
            </a:defPPr>
            <a:lvl1pPr>
              <a:defRPr sz="2250" b="0">
                <a:solidFill>
                  <a:srgbClr val="F4F7F6"/>
                </a:solidFill>
                <a:latin typeface="Arial"/>
                <a:ea typeface="Arial"/>
                <a:cs typeface="Arial"/>
              </a:defRPr>
            </a:lvl1pPr>
            <a:lvl2pPr>
              <a:defRPr sz="2250" b="0">
                <a:solidFill>
                  <a:srgbClr val="F4F7F6"/>
                </a:solidFill>
                <a:latin typeface="Arial"/>
                <a:ea typeface="Arial"/>
                <a:cs typeface="Arial"/>
              </a:defRPr>
            </a:lvl2pPr>
            <a:lvl3pPr>
              <a:defRPr sz="2250" b="0">
                <a:solidFill>
                  <a:srgbClr val="F4F7F6"/>
                </a:solidFill>
                <a:latin typeface="Arial"/>
                <a:ea typeface="Arial"/>
                <a:cs typeface="Arial"/>
              </a:defRPr>
            </a:lvl3pPr>
            <a:lvl4pPr>
              <a:defRPr sz="2250" b="0">
                <a:solidFill>
                  <a:srgbClr val="F4F7F6"/>
                </a:solidFill>
                <a:latin typeface="Arial"/>
                <a:ea typeface="Arial"/>
                <a:cs typeface="Arial"/>
              </a:defRPr>
            </a:lvl4pPr>
            <a:lvl5pPr>
              <a:defRPr sz="2250" b="0">
                <a:solidFill>
                  <a:srgbClr val="F4F7F6"/>
                </a:solidFill>
                <a:latin typeface="Arial"/>
                <a:ea typeface="Arial"/>
                <a:cs typeface="Arial"/>
              </a:defRPr>
            </a:lvl5pPr>
            <a:lvl6pPr>
              <a:defRPr sz="2250" b="0">
                <a:solidFill>
                  <a:srgbClr val="F4F7F6"/>
                </a:solidFill>
                <a:latin typeface="Arial"/>
                <a:ea typeface="Arial"/>
                <a:cs typeface="Arial"/>
              </a:defRPr>
            </a:lvl6pPr>
            <a:lvl7pPr>
              <a:defRPr sz="2250" b="0">
                <a:solidFill>
                  <a:srgbClr val="F4F7F6"/>
                </a:solidFill>
                <a:latin typeface="Arial"/>
                <a:ea typeface="Arial"/>
                <a:cs typeface="Arial"/>
              </a:defRPr>
            </a:lvl7pPr>
            <a:lvl8pPr>
              <a:defRPr sz="2250" b="0">
                <a:solidFill>
                  <a:srgbClr val="F4F7F6"/>
                </a:solidFill>
                <a:latin typeface="Arial"/>
                <a:ea typeface="Arial"/>
                <a:cs typeface="Arial"/>
              </a:defRPr>
            </a:lvl8pPr>
            <a:lvl9pPr>
              <a:defRPr sz="2250" b="0">
                <a:solidFill>
                  <a:srgbClr val="F4F7F6"/>
                </a:solidFill>
                <a:latin typeface="Arial"/>
                <a:ea typeface="Arial"/>
                <a:cs typeface="Arial"/>
              </a:defRPr>
            </a:lvl9pPr>
          </a:lstStyle>
          <a:p xmlns:a="http://schemas.openxmlformats.org/drawingml/2006/main">
            <a:pPr>
              <a:defRPr sz="2250" b="0">
                <a:solidFill>
                  <a:srgbClr val="F4F7F6"/>
                </a:solidFill>
                <a:latin typeface="Arial"/>
                <a:ea typeface="Arial"/>
                <a:cs typeface="Arial"/>
              </a:defRPr>
            </a:pPr>
            <a:r>
              <a:rPr sz="2250" b="0">
                <a:solidFill>
                  <a:srgbClr val="F4F7F6"/>
                </a:solidFill>
                <a:latin typeface="Arial"/>
                <a:ea typeface="Arial"/>
                <a:cs typeface="Arial"/>
              </a:rPr>
              <a:t>Evenimente observate și procedura relevantă</a:t>
            </a:r>
          </a:p>
        </p:txBody>
      </p:sp>
      <p:sp>
        <p:nvSpPr>
          <p:cNvPr id="6" name="row-label">
            <a:extLst xmlns:a="http://schemas.openxmlformats.org/drawingml/2006/main">
              <a:ext uri="{FF2B5EF4-FFF2-40B4-BE49-F238E27FC236}">
                <a16:creationId xmlns:a16="http://schemas.microsoft.com/office/drawing/2014/main" id="{326272E7-4A28-48A4-ABC9-62FE27C50336}"/>
              </a:ext>
            </a:extLst>
          </p:cNvPr>
          <p:cNvSpPr>
            <a:spLocks xmlns:a="http://schemas.openxmlformats.org/drawingml/2006/main" noGrp="1"/>
          </p:cNvSpPr>
          <p:nvPr/>
        </p:nvSpPr>
        <p:spPr>
          <a:xfrm xmlns:a="http://schemas.openxmlformats.org/drawingml/2006/main">
            <a:off x="647700" y="296227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71E6BB"/>
                </a:solidFill>
                <a:latin typeface="Arial"/>
                <a:ea typeface="Arial"/>
                <a:cs typeface="Arial"/>
              </a:defRPr>
            </a:defPPr>
            <a:lvl1pPr>
              <a:defRPr sz="2250" b="1">
                <a:solidFill>
                  <a:srgbClr val="71E6BB"/>
                </a:solidFill>
                <a:latin typeface="Arial"/>
                <a:ea typeface="Arial"/>
                <a:cs typeface="Arial"/>
              </a:defRPr>
            </a:lvl1pPr>
            <a:lvl2pPr>
              <a:defRPr sz="2250" b="1">
                <a:solidFill>
                  <a:srgbClr val="71E6BB"/>
                </a:solidFill>
                <a:latin typeface="Arial"/>
                <a:ea typeface="Arial"/>
                <a:cs typeface="Arial"/>
              </a:defRPr>
            </a:lvl2pPr>
            <a:lvl3pPr>
              <a:defRPr sz="2250" b="1">
                <a:solidFill>
                  <a:srgbClr val="71E6BB"/>
                </a:solidFill>
                <a:latin typeface="Arial"/>
                <a:ea typeface="Arial"/>
                <a:cs typeface="Arial"/>
              </a:defRPr>
            </a:lvl3pPr>
            <a:lvl4pPr>
              <a:defRPr sz="2250" b="1">
                <a:solidFill>
                  <a:srgbClr val="71E6BB"/>
                </a:solidFill>
                <a:latin typeface="Arial"/>
                <a:ea typeface="Arial"/>
                <a:cs typeface="Arial"/>
              </a:defRPr>
            </a:lvl4pPr>
            <a:lvl5pPr>
              <a:defRPr sz="2250" b="1">
                <a:solidFill>
                  <a:srgbClr val="71E6BB"/>
                </a:solidFill>
                <a:latin typeface="Arial"/>
                <a:ea typeface="Arial"/>
                <a:cs typeface="Arial"/>
              </a:defRPr>
            </a:lvl5pPr>
            <a:lvl6pPr>
              <a:defRPr sz="2250" b="1">
                <a:solidFill>
                  <a:srgbClr val="71E6BB"/>
                </a:solidFill>
                <a:latin typeface="Arial"/>
                <a:ea typeface="Arial"/>
                <a:cs typeface="Arial"/>
              </a:defRPr>
            </a:lvl6pPr>
            <a:lvl7pPr>
              <a:defRPr sz="2250" b="1">
                <a:solidFill>
                  <a:srgbClr val="71E6BB"/>
                </a:solidFill>
                <a:latin typeface="Arial"/>
                <a:ea typeface="Arial"/>
                <a:cs typeface="Arial"/>
              </a:defRPr>
            </a:lvl7pPr>
            <a:lvl8pPr>
              <a:defRPr sz="2250" b="1">
                <a:solidFill>
                  <a:srgbClr val="71E6BB"/>
                </a:solidFill>
                <a:latin typeface="Arial"/>
                <a:ea typeface="Arial"/>
                <a:cs typeface="Arial"/>
              </a:defRPr>
            </a:lvl8pPr>
            <a:lvl9pPr>
              <a:defRPr sz="2250" b="1">
                <a:solidFill>
                  <a:srgbClr val="71E6BB"/>
                </a:solidFill>
                <a:latin typeface="Arial"/>
                <a:ea typeface="Arial"/>
                <a:cs typeface="Arial"/>
              </a:defRPr>
            </a:lvl9pPr>
          </a:lstStyle>
          <a:p xmlns:a="http://schemas.openxmlformats.org/drawingml/2006/main">
            <a:pPr>
              <a:defRPr sz="2250" b="1">
                <a:solidFill>
                  <a:srgbClr val="71E6BB"/>
                </a:solidFill>
                <a:latin typeface="Arial"/>
                <a:ea typeface="Arial"/>
                <a:cs typeface="Arial"/>
              </a:defRPr>
            </a:pPr>
            <a:r>
              <a:rPr sz="2250" b="1">
                <a:solidFill>
                  <a:srgbClr val="71E6BB"/>
                </a:solidFill>
                <a:latin typeface="Arial"/>
                <a:ea typeface="Arial"/>
                <a:cs typeface="Arial"/>
              </a:rPr>
              <a:t>Propunere</a:t>
            </a:r>
          </a:p>
        </p:txBody>
      </p:sp>
      <p:sp>
        <p:nvSpPr>
          <p:cNvPr id="7" name="row-body">
            <a:extLst xmlns:a="http://schemas.openxmlformats.org/drawingml/2006/main">
              <a:ext uri="{FF2B5EF4-FFF2-40B4-BE49-F238E27FC236}">
                <a16:creationId xmlns:a16="http://schemas.microsoft.com/office/drawing/2014/main" id="{5CD00470-AC11-4720-A3E5-FE4DDD1DCAAB}"/>
              </a:ext>
            </a:extLst>
          </p:cNvPr>
          <p:cNvSpPr>
            <a:spLocks xmlns:a="http://schemas.openxmlformats.org/drawingml/2006/main" noGrp="1"/>
          </p:cNvSpPr>
          <p:nvPr/>
        </p:nvSpPr>
        <p:spPr>
          <a:xfrm xmlns:a="http://schemas.openxmlformats.org/drawingml/2006/main">
            <a:off x="4381500" y="2962275"/>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F4F7F6"/>
                </a:solidFill>
                <a:latin typeface="Arial"/>
                <a:ea typeface="Arial"/>
                <a:cs typeface="Arial"/>
              </a:defRPr>
            </a:defPPr>
            <a:lvl1pPr>
              <a:defRPr sz="2250" b="0">
                <a:solidFill>
                  <a:srgbClr val="F4F7F6"/>
                </a:solidFill>
                <a:latin typeface="Arial"/>
                <a:ea typeface="Arial"/>
                <a:cs typeface="Arial"/>
              </a:defRPr>
            </a:lvl1pPr>
            <a:lvl2pPr>
              <a:defRPr sz="2250" b="0">
                <a:solidFill>
                  <a:srgbClr val="F4F7F6"/>
                </a:solidFill>
                <a:latin typeface="Arial"/>
                <a:ea typeface="Arial"/>
                <a:cs typeface="Arial"/>
              </a:defRPr>
            </a:lvl2pPr>
            <a:lvl3pPr>
              <a:defRPr sz="2250" b="0">
                <a:solidFill>
                  <a:srgbClr val="F4F7F6"/>
                </a:solidFill>
                <a:latin typeface="Arial"/>
                <a:ea typeface="Arial"/>
                <a:cs typeface="Arial"/>
              </a:defRPr>
            </a:lvl3pPr>
            <a:lvl4pPr>
              <a:defRPr sz="2250" b="0">
                <a:solidFill>
                  <a:srgbClr val="F4F7F6"/>
                </a:solidFill>
                <a:latin typeface="Arial"/>
                <a:ea typeface="Arial"/>
                <a:cs typeface="Arial"/>
              </a:defRPr>
            </a:lvl4pPr>
            <a:lvl5pPr>
              <a:defRPr sz="2250" b="0">
                <a:solidFill>
                  <a:srgbClr val="F4F7F6"/>
                </a:solidFill>
                <a:latin typeface="Arial"/>
                <a:ea typeface="Arial"/>
                <a:cs typeface="Arial"/>
              </a:defRPr>
            </a:lvl5pPr>
            <a:lvl6pPr>
              <a:defRPr sz="2250" b="0">
                <a:solidFill>
                  <a:srgbClr val="F4F7F6"/>
                </a:solidFill>
                <a:latin typeface="Arial"/>
                <a:ea typeface="Arial"/>
                <a:cs typeface="Arial"/>
              </a:defRPr>
            </a:lvl6pPr>
            <a:lvl7pPr>
              <a:defRPr sz="2250" b="0">
                <a:solidFill>
                  <a:srgbClr val="F4F7F6"/>
                </a:solidFill>
                <a:latin typeface="Arial"/>
                <a:ea typeface="Arial"/>
                <a:cs typeface="Arial"/>
              </a:defRPr>
            </a:lvl7pPr>
            <a:lvl8pPr>
              <a:defRPr sz="2250" b="0">
                <a:solidFill>
                  <a:srgbClr val="F4F7F6"/>
                </a:solidFill>
                <a:latin typeface="Arial"/>
                <a:ea typeface="Arial"/>
                <a:cs typeface="Arial"/>
              </a:defRPr>
            </a:lvl8pPr>
            <a:lvl9pPr>
              <a:defRPr sz="2250" b="0">
                <a:solidFill>
                  <a:srgbClr val="F4F7F6"/>
                </a:solidFill>
                <a:latin typeface="Arial"/>
                <a:ea typeface="Arial"/>
                <a:cs typeface="Arial"/>
              </a:defRPr>
            </a:lvl9pPr>
          </a:lstStyle>
          <a:p xmlns:a="http://schemas.openxmlformats.org/drawingml/2006/main">
            <a:pPr>
              <a:defRPr sz="2250" b="0">
                <a:solidFill>
                  <a:srgbClr val="F4F7F6"/>
                </a:solidFill>
                <a:latin typeface="Arial"/>
                <a:ea typeface="Arial"/>
                <a:cs typeface="Arial"/>
              </a:defRPr>
            </a:pPr>
            <a:r>
              <a:rPr sz="2250" b="0">
                <a:solidFill>
                  <a:srgbClr val="F4F7F6"/>
                </a:solidFill>
                <a:latin typeface="Arial"/>
                <a:ea typeface="Arial"/>
                <a:cs typeface="Arial"/>
              </a:rPr>
              <a:t>Pași noi, ipoteze, riscuri și un pilot</a:t>
            </a:r>
          </a:p>
        </p:txBody>
      </p:sp>
      <p:sp>
        <p:nvSpPr>
          <p:cNvPr id="8" name="row-label">
            <a:extLst xmlns:a="http://schemas.openxmlformats.org/drawingml/2006/main">
              <a:ext uri="{FF2B5EF4-FFF2-40B4-BE49-F238E27FC236}">
                <a16:creationId xmlns:a16="http://schemas.microsoft.com/office/drawing/2014/main" id="{C9D79CC0-288D-4EB6-9237-525D3218796C}"/>
              </a:ext>
            </a:extLst>
          </p:cNvPr>
          <p:cNvSpPr>
            <a:spLocks xmlns:a="http://schemas.openxmlformats.org/drawingml/2006/main" noGrp="1"/>
          </p:cNvSpPr>
          <p:nvPr/>
        </p:nvSpPr>
        <p:spPr>
          <a:xfrm xmlns:a="http://schemas.openxmlformats.org/drawingml/2006/main">
            <a:off x="647700" y="382905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71E6BB"/>
                </a:solidFill>
                <a:latin typeface="Arial"/>
                <a:ea typeface="Arial"/>
                <a:cs typeface="Arial"/>
              </a:defRPr>
            </a:defPPr>
            <a:lvl1pPr>
              <a:defRPr sz="2250" b="1">
                <a:solidFill>
                  <a:srgbClr val="71E6BB"/>
                </a:solidFill>
                <a:latin typeface="Arial"/>
                <a:ea typeface="Arial"/>
                <a:cs typeface="Arial"/>
              </a:defRPr>
            </a:lvl1pPr>
            <a:lvl2pPr>
              <a:defRPr sz="2250" b="1">
                <a:solidFill>
                  <a:srgbClr val="71E6BB"/>
                </a:solidFill>
                <a:latin typeface="Arial"/>
                <a:ea typeface="Arial"/>
                <a:cs typeface="Arial"/>
              </a:defRPr>
            </a:lvl2pPr>
            <a:lvl3pPr>
              <a:defRPr sz="2250" b="1">
                <a:solidFill>
                  <a:srgbClr val="71E6BB"/>
                </a:solidFill>
                <a:latin typeface="Arial"/>
                <a:ea typeface="Arial"/>
                <a:cs typeface="Arial"/>
              </a:defRPr>
            </a:lvl3pPr>
            <a:lvl4pPr>
              <a:defRPr sz="2250" b="1">
                <a:solidFill>
                  <a:srgbClr val="71E6BB"/>
                </a:solidFill>
                <a:latin typeface="Arial"/>
                <a:ea typeface="Arial"/>
                <a:cs typeface="Arial"/>
              </a:defRPr>
            </a:lvl4pPr>
            <a:lvl5pPr>
              <a:defRPr sz="2250" b="1">
                <a:solidFill>
                  <a:srgbClr val="71E6BB"/>
                </a:solidFill>
                <a:latin typeface="Arial"/>
                <a:ea typeface="Arial"/>
                <a:cs typeface="Arial"/>
              </a:defRPr>
            </a:lvl5pPr>
            <a:lvl6pPr>
              <a:defRPr sz="2250" b="1">
                <a:solidFill>
                  <a:srgbClr val="71E6BB"/>
                </a:solidFill>
                <a:latin typeface="Arial"/>
                <a:ea typeface="Arial"/>
                <a:cs typeface="Arial"/>
              </a:defRPr>
            </a:lvl6pPr>
            <a:lvl7pPr>
              <a:defRPr sz="2250" b="1">
                <a:solidFill>
                  <a:srgbClr val="71E6BB"/>
                </a:solidFill>
                <a:latin typeface="Arial"/>
                <a:ea typeface="Arial"/>
                <a:cs typeface="Arial"/>
              </a:defRPr>
            </a:lvl7pPr>
            <a:lvl8pPr>
              <a:defRPr sz="2250" b="1">
                <a:solidFill>
                  <a:srgbClr val="71E6BB"/>
                </a:solidFill>
                <a:latin typeface="Arial"/>
                <a:ea typeface="Arial"/>
                <a:cs typeface="Arial"/>
              </a:defRPr>
            </a:lvl8pPr>
            <a:lvl9pPr>
              <a:defRPr sz="2250" b="1">
                <a:solidFill>
                  <a:srgbClr val="71E6BB"/>
                </a:solidFill>
                <a:latin typeface="Arial"/>
                <a:ea typeface="Arial"/>
                <a:cs typeface="Arial"/>
              </a:defRPr>
            </a:lvl9pPr>
          </a:lstStyle>
          <a:p xmlns:a="http://schemas.openxmlformats.org/drawingml/2006/main">
            <a:pPr>
              <a:defRPr sz="2250" b="1">
                <a:solidFill>
                  <a:srgbClr val="71E6BB"/>
                </a:solidFill>
                <a:latin typeface="Arial"/>
                <a:ea typeface="Arial"/>
                <a:cs typeface="Arial"/>
              </a:defRPr>
            </a:pPr>
            <a:r>
              <a:rPr sz="2250" b="1">
                <a:solidFill>
                  <a:srgbClr val="71E6BB"/>
                </a:solidFill>
                <a:latin typeface="Arial"/>
                <a:ea typeface="Arial"/>
                <a:cs typeface="Arial"/>
              </a:rPr>
              <a:t>Verificare</a:t>
            </a:r>
          </a:p>
        </p:txBody>
      </p:sp>
      <p:sp>
        <p:nvSpPr>
          <p:cNvPr id="9" name="row-body">
            <a:extLst xmlns:a="http://schemas.openxmlformats.org/drawingml/2006/main">
              <a:ext uri="{FF2B5EF4-FFF2-40B4-BE49-F238E27FC236}">
                <a16:creationId xmlns:a16="http://schemas.microsoft.com/office/drawing/2014/main" id="{69284FC9-5D03-4885-AAFB-DBEBCEBC9A96}"/>
              </a:ext>
            </a:extLst>
          </p:cNvPr>
          <p:cNvSpPr>
            <a:spLocks xmlns:a="http://schemas.openxmlformats.org/drawingml/2006/main" noGrp="1"/>
          </p:cNvSpPr>
          <p:nvPr/>
        </p:nvSpPr>
        <p:spPr>
          <a:xfrm xmlns:a="http://schemas.openxmlformats.org/drawingml/2006/main">
            <a:off x="4381500" y="3829050"/>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F4F7F6"/>
                </a:solidFill>
                <a:latin typeface="Arial"/>
                <a:ea typeface="Arial"/>
                <a:cs typeface="Arial"/>
              </a:defRPr>
            </a:defPPr>
            <a:lvl1pPr>
              <a:defRPr sz="2250" b="0">
                <a:solidFill>
                  <a:srgbClr val="F4F7F6"/>
                </a:solidFill>
                <a:latin typeface="Arial"/>
                <a:ea typeface="Arial"/>
                <a:cs typeface="Arial"/>
              </a:defRPr>
            </a:lvl1pPr>
            <a:lvl2pPr>
              <a:defRPr sz="2250" b="0">
                <a:solidFill>
                  <a:srgbClr val="F4F7F6"/>
                </a:solidFill>
                <a:latin typeface="Arial"/>
                <a:ea typeface="Arial"/>
                <a:cs typeface="Arial"/>
              </a:defRPr>
            </a:lvl2pPr>
            <a:lvl3pPr>
              <a:defRPr sz="2250" b="0">
                <a:solidFill>
                  <a:srgbClr val="F4F7F6"/>
                </a:solidFill>
                <a:latin typeface="Arial"/>
                <a:ea typeface="Arial"/>
                <a:cs typeface="Arial"/>
              </a:defRPr>
            </a:lvl3pPr>
            <a:lvl4pPr>
              <a:defRPr sz="2250" b="0">
                <a:solidFill>
                  <a:srgbClr val="F4F7F6"/>
                </a:solidFill>
                <a:latin typeface="Arial"/>
                <a:ea typeface="Arial"/>
                <a:cs typeface="Arial"/>
              </a:defRPr>
            </a:lvl4pPr>
            <a:lvl5pPr>
              <a:defRPr sz="2250" b="0">
                <a:solidFill>
                  <a:srgbClr val="F4F7F6"/>
                </a:solidFill>
                <a:latin typeface="Arial"/>
                <a:ea typeface="Arial"/>
                <a:cs typeface="Arial"/>
              </a:defRPr>
            </a:lvl5pPr>
            <a:lvl6pPr>
              <a:defRPr sz="2250" b="0">
                <a:solidFill>
                  <a:srgbClr val="F4F7F6"/>
                </a:solidFill>
                <a:latin typeface="Arial"/>
                <a:ea typeface="Arial"/>
                <a:cs typeface="Arial"/>
              </a:defRPr>
            </a:lvl6pPr>
            <a:lvl7pPr>
              <a:defRPr sz="2250" b="0">
                <a:solidFill>
                  <a:srgbClr val="F4F7F6"/>
                </a:solidFill>
                <a:latin typeface="Arial"/>
                <a:ea typeface="Arial"/>
                <a:cs typeface="Arial"/>
              </a:defRPr>
            </a:lvl7pPr>
            <a:lvl8pPr>
              <a:defRPr sz="2250" b="0">
                <a:solidFill>
                  <a:srgbClr val="F4F7F6"/>
                </a:solidFill>
                <a:latin typeface="Arial"/>
                <a:ea typeface="Arial"/>
                <a:cs typeface="Arial"/>
              </a:defRPr>
            </a:lvl8pPr>
            <a:lvl9pPr>
              <a:defRPr sz="2250" b="0">
                <a:solidFill>
                  <a:srgbClr val="F4F7F6"/>
                </a:solidFill>
                <a:latin typeface="Arial"/>
                <a:ea typeface="Arial"/>
                <a:cs typeface="Arial"/>
              </a:defRPr>
            </a:lvl9pPr>
          </a:lstStyle>
          <a:p xmlns:a="http://schemas.openxmlformats.org/drawingml/2006/main">
            <a:pPr>
              <a:defRPr sz="2250" b="0">
                <a:solidFill>
                  <a:srgbClr val="F4F7F6"/>
                </a:solidFill>
                <a:latin typeface="Arial"/>
                <a:ea typeface="Arial"/>
                <a:cs typeface="Arial"/>
              </a:defRPr>
            </a:pPr>
            <a:r>
              <a:rPr sz="2250" b="0">
                <a:solidFill>
                  <a:srgbClr val="F4F7F6"/>
                </a:solidFill>
                <a:latin typeface="Arial"/>
                <a:ea typeface="Arial"/>
                <a:cs typeface="Arial"/>
              </a:rPr>
              <a:t>Referințe către dovezi și versiunea analizată</a:t>
            </a:r>
          </a:p>
        </p:txBody>
      </p:sp>
      <p:sp>
        <p:nvSpPr>
          <p:cNvPr id="10" name="row-label">
            <a:extLst xmlns:a="http://schemas.openxmlformats.org/drawingml/2006/main">
              <a:ext uri="{FF2B5EF4-FFF2-40B4-BE49-F238E27FC236}">
                <a16:creationId xmlns:a16="http://schemas.microsoft.com/office/drawing/2014/main" id="{0B993767-FF0C-4227-AD0E-44285DD8DE48}"/>
              </a:ext>
            </a:extLst>
          </p:cNvPr>
          <p:cNvSpPr>
            <a:spLocks xmlns:a="http://schemas.openxmlformats.org/drawingml/2006/main" noGrp="1"/>
          </p:cNvSpPr>
          <p:nvPr/>
        </p:nvSpPr>
        <p:spPr>
          <a:xfrm xmlns:a="http://schemas.openxmlformats.org/drawingml/2006/main">
            <a:off x="647700" y="469582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71E6BB"/>
                </a:solidFill>
                <a:latin typeface="Arial"/>
                <a:ea typeface="Arial"/>
                <a:cs typeface="Arial"/>
              </a:defRPr>
            </a:defPPr>
            <a:lvl1pPr>
              <a:defRPr sz="2250" b="1">
                <a:solidFill>
                  <a:srgbClr val="71E6BB"/>
                </a:solidFill>
                <a:latin typeface="Arial"/>
                <a:ea typeface="Arial"/>
                <a:cs typeface="Arial"/>
              </a:defRPr>
            </a:lvl1pPr>
            <a:lvl2pPr>
              <a:defRPr sz="2250" b="1">
                <a:solidFill>
                  <a:srgbClr val="71E6BB"/>
                </a:solidFill>
                <a:latin typeface="Arial"/>
                <a:ea typeface="Arial"/>
                <a:cs typeface="Arial"/>
              </a:defRPr>
            </a:lvl2pPr>
            <a:lvl3pPr>
              <a:defRPr sz="2250" b="1">
                <a:solidFill>
                  <a:srgbClr val="71E6BB"/>
                </a:solidFill>
                <a:latin typeface="Arial"/>
                <a:ea typeface="Arial"/>
                <a:cs typeface="Arial"/>
              </a:defRPr>
            </a:lvl3pPr>
            <a:lvl4pPr>
              <a:defRPr sz="2250" b="1">
                <a:solidFill>
                  <a:srgbClr val="71E6BB"/>
                </a:solidFill>
                <a:latin typeface="Arial"/>
                <a:ea typeface="Arial"/>
                <a:cs typeface="Arial"/>
              </a:defRPr>
            </a:lvl4pPr>
            <a:lvl5pPr>
              <a:defRPr sz="2250" b="1">
                <a:solidFill>
                  <a:srgbClr val="71E6BB"/>
                </a:solidFill>
                <a:latin typeface="Arial"/>
                <a:ea typeface="Arial"/>
                <a:cs typeface="Arial"/>
              </a:defRPr>
            </a:lvl5pPr>
            <a:lvl6pPr>
              <a:defRPr sz="2250" b="1">
                <a:solidFill>
                  <a:srgbClr val="71E6BB"/>
                </a:solidFill>
                <a:latin typeface="Arial"/>
                <a:ea typeface="Arial"/>
                <a:cs typeface="Arial"/>
              </a:defRPr>
            </a:lvl6pPr>
            <a:lvl7pPr>
              <a:defRPr sz="2250" b="1">
                <a:solidFill>
                  <a:srgbClr val="71E6BB"/>
                </a:solidFill>
                <a:latin typeface="Arial"/>
                <a:ea typeface="Arial"/>
                <a:cs typeface="Arial"/>
              </a:defRPr>
            </a:lvl7pPr>
            <a:lvl8pPr>
              <a:defRPr sz="2250" b="1">
                <a:solidFill>
                  <a:srgbClr val="71E6BB"/>
                </a:solidFill>
                <a:latin typeface="Arial"/>
                <a:ea typeface="Arial"/>
                <a:cs typeface="Arial"/>
              </a:defRPr>
            </a:lvl8pPr>
            <a:lvl9pPr>
              <a:defRPr sz="2250" b="1">
                <a:solidFill>
                  <a:srgbClr val="71E6BB"/>
                </a:solidFill>
                <a:latin typeface="Arial"/>
                <a:ea typeface="Arial"/>
                <a:cs typeface="Arial"/>
              </a:defRPr>
            </a:lvl9pPr>
          </a:lstStyle>
          <a:p xmlns:a="http://schemas.openxmlformats.org/drawingml/2006/main">
            <a:pPr>
              <a:defRPr sz="2250" b="1">
                <a:solidFill>
                  <a:srgbClr val="71E6BB"/>
                </a:solidFill>
                <a:latin typeface="Arial"/>
                <a:ea typeface="Arial"/>
                <a:cs typeface="Arial"/>
              </a:defRPr>
            </a:pPr>
            <a:r>
              <a:rPr sz="2250" b="1">
                <a:solidFill>
                  <a:srgbClr val="71E6BB"/>
                </a:solidFill>
                <a:latin typeface="Arial"/>
                <a:ea typeface="Arial"/>
                <a:cs typeface="Arial"/>
              </a:rPr>
              <a:t>Decizie</a:t>
            </a:r>
          </a:p>
        </p:txBody>
      </p:sp>
      <p:sp>
        <p:nvSpPr>
          <p:cNvPr id="11" name="row-body">
            <a:extLst xmlns:a="http://schemas.openxmlformats.org/drawingml/2006/main">
              <a:ext uri="{FF2B5EF4-FFF2-40B4-BE49-F238E27FC236}">
                <a16:creationId xmlns:a16="http://schemas.microsoft.com/office/drawing/2014/main" id="{218D0DA1-0D0E-49D0-94D0-2429FA343931}"/>
              </a:ext>
            </a:extLst>
          </p:cNvPr>
          <p:cNvSpPr>
            <a:spLocks xmlns:a="http://schemas.openxmlformats.org/drawingml/2006/main" noGrp="1"/>
          </p:cNvSpPr>
          <p:nvPr/>
        </p:nvSpPr>
        <p:spPr>
          <a:xfrm xmlns:a="http://schemas.openxmlformats.org/drawingml/2006/main">
            <a:off x="4381500" y="4695825"/>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F4F7F6"/>
                </a:solidFill>
                <a:latin typeface="Arial"/>
                <a:ea typeface="Arial"/>
                <a:cs typeface="Arial"/>
              </a:defRPr>
            </a:defPPr>
            <a:lvl1pPr>
              <a:defRPr sz="2250" b="0">
                <a:solidFill>
                  <a:srgbClr val="F4F7F6"/>
                </a:solidFill>
                <a:latin typeface="Arial"/>
                <a:ea typeface="Arial"/>
                <a:cs typeface="Arial"/>
              </a:defRPr>
            </a:lvl1pPr>
            <a:lvl2pPr>
              <a:defRPr sz="2250" b="0">
                <a:solidFill>
                  <a:srgbClr val="F4F7F6"/>
                </a:solidFill>
                <a:latin typeface="Arial"/>
                <a:ea typeface="Arial"/>
                <a:cs typeface="Arial"/>
              </a:defRPr>
            </a:lvl2pPr>
            <a:lvl3pPr>
              <a:defRPr sz="2250" b="0">
                <a:solidFill>
                  <a:srgbClr val="F4F7F6"/>
                </a:solidFill>
                <a:latin typeface="Arial"/>
                <a:ea typeface="Arial"/>
                <a:cs typeface="Arial"/>
              </a:defRPr>
            </a:lvl3pPr>
            <a:lvl4pPr>
              <a:defRPr sz="2250" b="0">
                <a:solidFill>
                  <a:srgbClr val="F4F7F6"/>
                </a:solidFill>
                <a:latin typeface="Arial"/>
                <a:ea typeface="Arial"/>
                <a:cs typeface="Arial"/>
              </a:defRPr>
            </a:lvl4pPr>
            <a:lvl5pPr>
              <a:defRPr sz="2250" b="0">
                <a:solidFill>
                  <a:srgbClr val="F4F7F6"/>
                </a:solidFill>
                <a:latin typeface="Arial"/>
                <a:ea typeface="Arial"/>
                <a:cs typeface="Arial"/>
              </a:defRPr>
            </a:lvl5pPr>
            <a:lvl6pPr>
              <a:defRPr sz="2250" b="0">
                <a:solidFill>
                  <a:srgbClr val="F4F7F6"/>
                </a:solidFill>
                <a:latin typeface="Arial"/>
                <a:ea typeface="Arial"/>
                <a:cs typeface="Arial"/>
              </a:defRPr>
            </a:lvl6pPr>
            <a:lvl7pPr>
              <a:defRPr sz="2250" b="0">
                <a:solidFill>
                  <a:srgbClr val="F4F7F6"/>
                </a:solidFill>
                <a:latin typeface="Arial"/>
                <a:ea typeface="Arial"/>
                <a:cs typeface="Arial"/>
              </a:defRPr>
            </a:lvl7pPr>
            <a:lvl8pPr>
              <a:defRPr sz="2250" b="0">
                <a:solidFill>
                  <a:srgbClr val="F4F7F6"/>
                </a:solidFill>
                <a:latin typeface="Arial"/>
                <a:ea typeface="Arial"/>
                <a:cs typeface="Arial"/>
              </a:defRPr>
            </a:lvl8pPr>
            <a:lvl9pPr>
              <a:defRPr sz="2250" b="0">
                <a:solidFill>
                  <a:srgbClr val="F4F7F6"/>
                </a:solidFill>
                <a:latin typeface="Arial"/>
                <a:ea typeface="Arial"/>
                <a:cs typeface="Arial"/>
              </a:defRPr>
            </a:lvl9pPr>
          </a:lstStyle>
          <a:p xmlns:a="http://schemas.openxmlformats.org/drawingml/2006/main">
            <a:pPr>
              <a:defRPr sz="2250" b="0">
                <a:solidFill>
                  <a:srgbClr val="F4F7F6"/>
                </a:solidFill>
                <a:latin typeface="Arial"/>
                <a:ea typeface="Arial"/>
                <a:cs typeface="Arial"/>
              </a:defRPr>
            </a:pPr>
            <a:r>
              <a:rPr sz="2250" b="0">
                <a:solidFill>
                  <a:srgbClr val="F4F7F6"/>
                </a:solidFill>
                <a:latin typeface="Arial"/>
                <a:ea typeface="Arial"/>
                <a:cs typeface="Arial"/>
              </a:rPr>
              <a:t>Ciornă avizată de persoana responsabilă</a:t>
            </a:r>
          </a:p>
        </p:txBody>
      </p:sp>
      <p:sp>
        <p:nvSpPr>
          <p:cNvPr id="12" name="takeaway">
            <a:extLst xmlns:a="http://schemas.openxmlformats.org/drawingml/2006/main">
              <a:ext uri="{FF2B5EF4-FFF2-40B4-BE49-F238E27FC236}">
                <a16:creationId xmlns:a16="http://schemas.microsoft.com/office/drawing/2014/main" id="{74BB0700-66D9-4F06-93E4-728D70CA7C67}"/>
              </a:ext>
            </a:extLst>
          </p:cNvPr>
          <p:cNvSpPr>
            <a:spLocks xmlns:a="http://schemas.openxmlformats.org/drawingml/2006/main" noGrp="1"/>
          </p:cNvSpPr>
          <p:nvPr/>
        </p:nvSpPr>
        <p:spPr>
          <a:xfrm xmlns:a="http://schemas.openxmlformats.org/drawingml/2006/main">
            <a:off x="647700" y="58769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A8BFC9"/>
                </a:solidFill>
                <a:latin typeface="Arial"/>
                <a:ea typeface="Arial"/>
                <a:cs typeface="Arial"/>
              </a:defRPr>
            </a:defPPr>
            <a:lvl1pPr>
              <a:defRPr sz="1800" b="0">
                <a:solidFill>
                  <a:srgbClr val="A8BFC9"/>
                </a:solidFill>
                <a:latin typeface="Arial"/>
                <a:ea typeface="Arial"/>
                <a:cs typeface="Arial"/>
              </a:defRPr>
            </a:lvl1pPr>
            <a:lvl2pPr>
              <a:defRPr sz="1800" b="0">
                <a:solidFill>
                  <a:srgbClr val="A8BFC9"/>
                </a:solidFill>
                <a:latin typeface="Arial"/>
                <a:ea typeface="Arial"/>
                <a:cs typeface="Arial"/>
              </a:defRPr>
            </a:lvl2pPr>
            <a:lvl3pPr>
              <a:defRPr sz="1800" b="0">
                <a:solidFill>
                  <a:srgbClr val="A8BFC9"/>
                </a:solidFill>
                <a:latin typeface="Arial"/>
                <a:ea typeface="Arial"/>
                <a:cs typeface="Arial"/>
              </a:defRPr>
            </a:lvl3pPr>
            <a:lvl4pPr>
              <a:defRPr sz="1800" b="0">
                <a:solidFill>
                  <a:srgbClr val="A8BFC9"/>
                </a:solidFill>
                <a:latin typeface="Arial"/>
                <a:ea typeface="Arial"/>
                <a:cs typeface="Arial"/>
              </a:defRPr>
            </a:lvl4pPr>
            <a:lvl5pPr>
              <a:defRPr sz="1800" b="0">
                <a:solidFill>
                  <a:srgbClr val="A8BFC9"/>
                </a:solidFill>
                <a:latin typeface="Arial"/>
                <a:ea typeface="Arial"/>
                <a:cs typeface="Arial"/>
              </a:defRPr>
            </a:lvl5pPr>
            <a:lvl6pPr>
              <a:defRPr sz="1800" b="0">
                <a:solidFill>
                  <a:srgbClr val="A8BFC9"/>
                </a:solidFill>
                <a:latin typeface="Arial"/>
                <a:ea typeface="Arial"/>
                <a:cs typeface="Arial"/>
              </a:defRPr>
            </a:lvl6pPr>
            <a:lvl7pPr>
              <a:defRPr sz="1800" b="0">
                <a:solidFill>
                  <a:srgbClr val="A8BFC9"/>
                </a:solidFill>
                <a:latin typeface="Arial"/>
                <a:ea typeface="Arial"/>
                <a:cs typeface="Arial"/>
              </a:defRPr>
            </a:lvl7pPr>
            <a:lvl8pPr>
              <a:defRPr sz="1800" b="0">
                <a:solidFill>
                  <a:srgbClr val="A8BFC9"/>
                </a:solidFill>
                <a:latin typeface="Arial"/>
                <a:ea typeface="Arial"/>
                <a:cs typeface="Arial"/>
              </a:defRPr>
            </a:lvl8pPr>
            <a:lvl9pPr>
              <a:defRPr sz="1800" b="0">
                <a:solidFill>
                  <a:srgbClr val="A8BFC9"/>
                </a:solidFill>
                <a:latin typeface="Arial"/>
                <a:ea typeface="Arial"/>
                <a:cs typeface="Arial"/>
              </a:defRPr>
            </a:lvl9pPr>
          </a:lstStyle>
          <a:p xmlns:a="http://schemas.openxmlformats.org/drawingml/2006/main">
            <a:pPr>
              <a:defRPr sz="1800" b="0">
                <a:solidFill>
                  <a:srgbClr val="A8BFC9"/>
                </a:solidFill>
                <a:latin typeface="Arial"/>
                <a:ea typeface="Arial"/>
                <a:cs typeface="Arial"/>
              </a:defRPr>
            </a:pPr>
            <a:r>
              <a:rPr sz="1800" b="0">
                <a:solidFill>
                  <a:srgbClr val="A8BFC9"/>
                </a:solidFill>
                <a:latin typeface="Arial"/>
                <a:ea typeface="Arial"/>
                <a:cs typeface="Arial"/>
              </a:rPr>
              <a:t>Sugestiile nu modifică automat SOP-urile sau KPI-urile.</a:t>
            </a:r>
          </a:p>
        </p:txBody>
      </p:sp>
    </p:spTree>
    <p:extLst>
      <p:ext uri="{BB962C8B-B14F-4D97-AF65-F5344CB8AC3E}">
        <p14:creationId xmlns:p14="http://schemas.microsoft.com/office/powerpoint/2010/main" val="1019728335"/>
      </p:ext>
    </p:extLst>
  </p:cSld>
</p:sld>
</file>

<file path=ppt/slides/slide7.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11" name="brand-footer">
            <a:extLst xmlns:a="http://schemas.openxmlformats.org/drawingml/2006/main">
              <a:ext uri="{FF2B5EF4-FFF2-40B4-BE49-F238E27FC236}">
                <a16:creationId xmlns:a16="http://schemas.microsoft.com/office/drawing/2014/main" id="{4EFE16CE-7E66-4CF2-80C5-67F2C4FC663F}"/>
              </a:ext>
            </a:extLst>
          </p:cNvPr>
          <p:cNvSpPr>
            <a:spLocks xmlns:a="http://schemas.openxmlformats.org/drawingml/2006/main" noGrp="1"/>
          </p:cNvSpPr>
          <p:nvPr/>
        </p:nvSpPr>
        <p:spPr>
          <a:xfrm xmlns:a="http://schemas.openxmlformats.org/drawingml/2006/main">
            <a:off x="609600" y="638175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FlyLeaf  /  Flight Club</a:t>
            </a:r>
          </a:p>
        </p:txBody>
      </p:sp>
      <p:sp>
        <p:nvSpPr>
          <p:cNvPr id="2" name="page-number">
            <a:extLst xmlns:a="http://schemas.openxmlformats.org/drawingml/2006/main">
              <a:ext uri="{FF2B5EF4-FFF2-40B4-BE49-F238E27FC236}">
                <a16:creationId xmlns:a16="http://schemas.microsoft.com/office/drawing/2014/main" id="{A76930A5-99A3-4EBD-ABA7-4FCFD35A83CB}"/>
              </a:ext>
            </a:extLst>
          </p:cNvPr>
          <p:cNvSpPr>
            <a:spLocks xmlns:a="http://schemas.openxmlformats.org/drawingml/2006/main" noGrp="1"/>
          </p:cNvSpPr>
          <p:nvPr/>
        </p:nvSpPr>
        <p:spPr>
          <a:xfrm xmlns:a="http://schemas.openxmlformats.org/drawingml/2006/main">
            <a:off x="1114425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07</a:t>
            </a:r>
          </a:p>
        </p:txBody>
      </p:sp>
      <p:sp>
        <p:nvSpPr>
          <p:cNvPr id="3" name="slide-title">
            <a:extLst xmlns:a="http://schemas.openxmlformats.org/drawingml/2006/main">
              <a:ext uri="{FF2B5EF4-FFF2-40B4-BE49-F238E27FC236}">
                <a16:creationId xmlns:a16="http://schemas.microsoft.com/office/drawing/2014/main" id="{64073EAE-3E1A-40E6-9028-5A7EB9F282F4}"/>
              </a:ext>
            </a:extLst>
          </p:cNvPr>
          <p:cNvSpPr>
            <a:spLocks xmlns:a="http://schemas.openxmlformats.org/drawingml/2006/main" noGrp="1"/>
          </p:cNvSpPr>
          <p:nvPr/>
        </p:nvSpPr>
        <p:spPr>
          <a:xfrm xmlns:a="http://schemas.openxmlformats.org/drawingml/2006/main">
            <a:off x="609600" y="523875"/>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12A3A"/>
                </a:solidFill>
                <a:latin typeface="Arial"/>
                <a:ea typeface="Arial"/>
                <a:cs typeface="Arial"/>
              </a:defRPr>
            </a:defPPr>
            <a:lvl1pPr>
              <a:defRPr sz="3600" b="1">
                <a:solidFill>
                  <a:srgbClr val="112A3A"/>
                </a:solidFill>
                <a:latin typeface="Arial"/>
                <a:ea typeface="Arial"/>
                <a:cs typeface="Arial"/>
              </a:defRPr>
            </a:lvl1pPr>
            <a:lvl2pPr>
              <a:defRPr sz="3600" b="1">
                <a:solidFill>
                  <a:srgbClr val="112A3A"/>
                </a:solidFill>
                <a:latin typeface="Arial"/>
                <a:ea typeface="Arial"/>
                <a:cs typeface="Arial"/>
              </a:defRPr>
            </a:lvl2pPr>
            <a:lvl3pPr>
              <a:defRPr sz="3600" b="1">
                <a:solidFill>
                  <a:srgbClr val="112A3A"/>
                </a:solidFill>
                <a:latin typeface="Arial"/>
                <a:ea typeface="Arial"/>
                <a:cs typeface="Arial"/>
              </a:defRPr>
            </a:lvl3pPr>
            <a:lvl4pPr>
              <a:defRPr sz="3600" b="1">
                <a:solidFill>
                  <a:srgbClr val="112A3A"/>
                </a:solidFill>
                <a:latin typeface="Arial"/>
                <a:ea typeface="Arial"/>
                <a:cs typeface="Arial"/>
              </a:defRPr>
            </a:lvl4pPr>
            <a:lvl5pPr>
              <a:defRPr sz="3600" b="1">
                <a:solidFill>
                  <a:srgbClr val="112A3A"/>
                </a:solidFill>
                <a:latin typeface="Arial"/>
                <a:ea typeface="Arial"/>
                <a:cs typeface="Arial"/>
              </a:defRPr>
            </a:lvl5pPr>
            <a:lvl6pPr>
              <a:defRPr sz="3600" b="1">
                <a:solidFill>
                  <a:srgbClr val="112A3A"/>
                </a:solidFill>
                <a:latin typeface="Arial"/>
                <a:ea typeface="Arial"/>
                <a:cs typeface="Arial"/>
              </a:defRPr>
            </a:lvl6pPr>
            <a:lvl7pPr>
              <a:defRPr sz="3600" b="1">
                <a:solidFill>
                  <a:srgbClr val="112A3A"/>
                </a:solidFill>
                <a:latin typeface="Arial"/>
                <a:ea typeface="Arial"/>
                <a:cs typeface="Arial"/>
              </a:defRPr>
            </a:lvl7pPr>
            <a:lvl8pPr>
              <a:defRPr sz="3600" b="1">
                <a:solidFill>
                  <a:srgbClr val="112A3A"/>
                </a:solidFill>
                <a:latin typeface="Arial"/>
                <a:ea typeface="Arial"/>
                <a:cs typeface="Arial"/>
              </a:defRPr>
            </a:lvl8pPr>
            <a:lvl9pPr>
              <a:defRPr sz="3600" b="1">
                <a:solidFill>
                  <a:srgbClr val="112A3A"/>
                </a:solidFill>
                <a:latin typeface="Arial"/>
                <a:ea typeface="Arial"/>
                <a:cs typeface="Arial"/>
              </a:defRPr>
            </a:lvl9pPr>
          </a:lstStyle>
          <a:p xmlns:a="http://schemas.openxmlformats.org/drawingml/2006/main">
            <a:pPr>
              <a:defRPr sz="3600" b="1">
                <a:solidFill>
                  <a:srgbClr val="112A3A"/>
                </a:solidFill>
                <a:latin typeface="Arial"/>
                <a:ea typeface="Arial"/>
                <a:cs typeface="Arial"/>
              </a:defRPr>
            </a:pPr>
            <a:r>
              <a:rPr sz="3600" b="1">
                <a:solidFill>
                  <a:srgbClr val="112A3A"/>
                </a:solidFill>
                <a:latin typeface="Arial"/>
                <a:ea typeface="Arial"/>
                <a:cs typeface="Arial"/>
              </a:rPr>
              <a:t>Experiența se poate împărtăși cu grijă</a:t>
            </a:r>
          </a:p>
        </p:txBody>
      </p:sp>
      <p:pic>
        <p:nvPicPr>
          <p:cNvPr id="4" name="">
            <a:extLst xmlns:a="http://schemas.openxmlformats.org/drawingml/2006/main">
              <a:ext uri="{FF2B5EF4-FFF2-40B4-BE49-F238E27FC236}">
                <a16:creationId xmlns:a16="http://schemas.microsoft.com/office/drawing/2014/main" id="{AB2F69CF-B204-41DC-8574-1C64551C2ADD}"/>
              </a:ext>
            </a:extLst>
          </p:cNvPr>
          <p:cNvPicPr>
            <a:picLocks xmlns:a="http://schemas.openxmlformats.org/drawingml/2006/main" noChangeAspect="1"/>
          </p:cNvPicPr>
          <p:nvPr/>
        </p:nvPicPr>
        <p:blipFill>
          <a:blip xmlns:r="http://schemas.openxmlformats.org/officeDocument/2006/relationships" xmlns:a="http://schemas.openxmlformats.org/drawingml/2006/main" r:embed="R8b79d915b755476a"/>
          <a:stretch xmlns:a="http://schemas.openxmlformats.org/drawingml/2006/main"/>
        </p:blipFill>
        <p:spPr>
          <a:xfrm xmlns:a="http://schemas.openxmlformats.org/drawingml/2006/main">
            <a:off x="4719638" y="1809750"/>
            <a:ext cx="6429375" cy="4286250"/>
          </a:xfrm>
          <a:prstGeom xmlns:a="http://schemas.openxmlformats.org/drawingml/2006/main" prst="rect">
            <a:avLst/>
          </a:prstGeom>
        </p:spPr>
      </p:pic>
      <p:sp>
        <p:nvSpPr>
          <p:cNvPr id="5" name="lead">
            <a:extLst xmlns:a="http://schemas.openxmlformats.org/drawingml/2006/main">
              <a:ext uri="{FF2B5EF4-FFF2-40B4-BE49-F238E27FC236}">
                <a16:creationId xmlns:a16="http://schemas.microsoft.com/office/drawing/2014/main" id="{DDA46C27-12AE-4681-99B3-E71F012AD251}"/>
              </a:ext>
            </a:extLst>
          </p:cNvPr>
          <p:cNvSpPr>
            <a:spLocks xmlns:a="http://schemas.openxmlformats.org/drawingml/2006/main" noGrp="1"/>
          </p:cNvSpPr>
          <p:nvPr/>
        </p:nvSpPr>
        <p:spPr>
          <a:xfrm xmlns:a="http://schemas.openxmlformats.org/drawingml/2006/main">
            <a:off x="609600" y="1952625"/>
            <a:ext cx="3381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12A3A"/>
                </a:solidFill>
                <a:latin typeface="Arial"/>
                <a:ea typeface="Arial"/>
                <a:cs typeface="Arial"/>
              </a:defRPr>
            </a:defPPr>
            <a:lvl1pPr>
              <a:defRPr sz="2325" b="1">
                <a:solidFill>
                  <a:srgbClr val="112A3A"/>
                </a:solidFill>
                <a:latin typeface="Arial"/>
                <a:ea typeface="Arial"/>
                <a:cs typeface="Arial"/>
              </a:defRPr>
            </a:lvl1pPr>
            <a:lvl2pPr>
              <a:defRPr sz="2325" b="1">
                <a:solidFill>
                  <a:srgbClr val="112A3A"/>
                </a:solidFill>
                <a:latin typeface="Arial"/>
                <a:ea typeface="Arial"/>
                <a:cs typeface="Arial"/>
              </a:defRPr>
            </a:lvl2pPr>
            <a:lvl3pPr>
              <a:defRPr sz="2325" b="1">
                <a:solidFill>
                  <a:srgbClr val="112A3A"/>
                </a:solidFill>
                <a:latin typeface="Arial"/>
                <a:ea typeface="Arial"/>
                <a:cs typeface="Arial"/>
              </a:defRPr>
            </a:lvl3pPr>
            <a:lvl4pPr>
              <a:defRPr sz="2325" b="1">
                <a:solidFill>
                  <a:srgbClr val="112A3A"/>
                </a:solidFill>
                <a:latin typeface="Arial"/>
                <a:ea typeface="Arial"/>
                <a:cs typeface="Arial"/>
              </a:defRPr>
            </a:lvl4pPr>
            <a:lvl5pPr>
              <a:defRPr sz="2325" b="1">
                <a:solidFill>
                  <a:srgbClr val="112A3A"/>
                </a:solidFill>
                <a:latin typeface="Arial"/>
                <a:ea typeface="Arial"/>
                <a:cs typeface="Arial"/>
              </a:defRPr>
            </a:lvl5pPr>
            <a:lvl6pPr>
              <a:defRPr sz="2325" b="1">
                <a:solidFill>
                  <a:srgbClr val="112A3A"/>
                </a:solidFill>
                <a:latin typeface="Arial"/>
                <a:ea typeface="Arial"/>
                <a:cs typeface="Arial"/>
              </a:defRPr>
            </a:lvl6pPr>
            <a:lvl7pPr>
              <a:defRPr sz="2325" b="1">
                <a:solidFill>
                  <a:srgbClr val="112A3A"/>
                </a:solidFill>
                <a:latin typeface="Arial"/>
                <a:ea typeface="Arial"/>
                <a:cs typeface="Arial"/>
              </a:defRPr>
            </a:lvl7pPr>
            <a:lvl8pPr>
              <a:defRPr sz="2325" b="1">
                <a:solidFill>
                  <a:srgbClr val="112A3A"/>
                </a:solidFill>
                <a:latin typeface="Arial"/>
                <a:ea typeface="Arial"/>
                <a:cs typeface="Arial"/>
              </a:defRPr>
            </a:lvl8pPr>
            <a:lvl9pPr>
              <a:defRPr sz="2325" b="1">
                <a:solidFill>
                  <a:srgbClr val="112A3A"/>
                </a:solidFill>
                <a:latin typeface="Arial"/>
                <a:ea typeface="Arial"/>
                <a:cs typeface="Arial"/>
              </a:defRPr>
            </a:lvl9pPr>
          </a:lstStyle>
          <a:p xmlns:a="http://schemas.openxmlformats.org/drawingml/2006/main">
            <a:pPr>
              <a:defRPr sz="2325" b="1">
                <a:solidFill>
                  <a:srgbClr val="112A3A"/>
                </a:solidFill>
                <a:latin typeface="Arial"/>
                <a:ea typeface="Arial"/>
                <a:cs typeface="Arial"/>
              </a:defRPr>
            </a:pPr>
            <a:r>
              <a:rPr sz="2325" b="1">
                <a:solidFill>
                  <a:srgbClr val="112A3A"/>
                </a:solidFill>
                <a:latin typeface="Arial"/>
                <a:ea typeface="Arial"/>
                <a:cs typeface="Arial"/>
              </a:rPr>
              <a:t>O copie revizuită pentru scopul potrivit.</a:t>
            </a:r>
          </a:p>
        </p:txBody>
      </p:sp>
      <p:sp>
        <p:nvSpPr>
          <p:cNvPr id="6" name="feature">
            <a:extLst xmlns:a="http://schemas.openxmlformats.org/drawingml/2006/main">
              <a:ext uri="{FF2B5EF4-FFF2-40B4-BE49-F238E27FC236}">
                <a16:creationId xmlns:a16="http://schemas.microsoft.com/office/drawing/2014/main" id="{8E11FBD8-15ED-43B9-93D0-21B6AF3A31DE}"/>
              </a:ext>
            </a:extLst>
          </p:cNvPr>
          <p:cNvSpPr>
            <a:spLocks xmlns:a="http://schemas.openxmlformats.org/drawingml/2006/main" noGrp="1"/>
          </p:cNvSpPr>
          <p:nvPr/>
        </p:nvSpPr>
        <p:spPr>
          <a:xfrm xmlns:a="http://schemas.openxmlformats.org/drawingml/2006/main">
            <a:off x="609600" y="32861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Mascare manuală sau sugestii Luna</a:t>
            </a:r>
          </a:p>
        </p:txBody>
      </p:sp>
      <p:sp>
        <p:nvSpPr>
          <p:cNvPr id="7" name="feature">
            <a:extLst xmlns:a="http://schemas.openxmlformats.org/drawingml/2006/main">
              <a:ext uri="{FF2B5EF4-FFF2-40B4-BE49-F238E27FC236}">
                <a16:creationId xmlns:a16="http://schemas.microsoft.com/office/drawing/2014/main" id="{E1993427-0C9B-4C90-8F2E-6C7A987BD1C1}"/>
              </a:ext>
            </a:extLst>
          </p:cNvPr>
          <p:cNvSpPr>
            <a:spLocks xmlns:a="http://schemas.openxmlformats.org/drawingml/2006/main" noGrp="1"/>
          </p:cNvSpPr>
          <p:nvPr/>
        </p:nvSpPr>
        <p:spPr>
          <a:xfrm xmlns:a="http://schemas.openxmlformats.org/drawingml/2006/main">
            <a:off x="609600" y="39528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Verificarea fiecărei pagini</a:t>
            </a:r>
          </a:p>
        </p:txBody>
      </p:sp>
      <p:sp>
        <p:nvSpPr>
          <p:cNvPr id="8" name="feature">
            <a:extLst xmlns:a="http://schemas.openxmlformats.org/drawingml/2006/main">
              <a:ext uri="{FF2B5EF4-FFF2-40B4-BE49-F238E27FC236}">
                <a16:creationId xmlns:a16="http://schemas.microsoft.com/office/drawing/2014/main" id="{52753D69-9AB3-4099-8EAD-55CD6E4C8B28}"/>
              </a:ext>
            </a:extLst>
          </p:cNvPr>
          <p:cNvSpPr>
            <a:spLocks xmlns:a="http://schemas.openxmlformats.org/drawingml/2006/main" noGrp="1"/>
          </p:cNvSpPr>
          <p:nvPr/>
        </p:nvSpPr>
        <p:spPr>
          <a:xfrm xmlns:a="http://schemas.openxmlformats.org/drawingml/2006/main">
            <a:off x="609600" y="46196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Destinatar și expirare explicite</a:t>
            </a:r>
          </a:p>
        </p:txBody>
      </p:sp>
      <p:sp>
        <p:nvSpPr>
          <p:cNvPr id="9" name="feature">
            <a:extLst xmlns:a="http://schemas.openxmlformats.org/drawingml/2006/main">
              <a:ext uri="{FF2B5EF4-FFF2-40B4-BE49-F238E27FC236}">
                <a16:creationId xmlns:a16="http://schemas.microsoft.com/office/drawing/2014/main" id="{CBF75B90-BB3D-4808-9A50-6D7FFA418CDE}"/>
              </a:ext>
            </a:extLst>
          </p:cNvPr>
          <p:cNvSpPr>
            <a:spLocks xmlns:a="http://schemas.openxmlformats.org/drawingml/2006/main" noGrp="1"/>
          </p:cNvSpPr>
          <p:nvPr/>
        </p:nvSpPr>
        <p:spPr>
          <a:xfrm xmlns:a="http://schemas.openxmlformats.org/drawingml/2006/main">
            <a:off x="609600" y="52863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Revocarea accesului în platformă</a:t>
            </a:r>
          </a:p>
        </p:txBody>
      </p:sp>
      <p:sp>
        <p:nvSpPr>
          <p:cNvPr id="10" name="image-caption">
            <a:extLst xmlns:a="http://schemas.openxmlformats.org/drawingml/2006/main">
              <a:ext uri="{FF2B5EF4-FFF2-40B4-BE49-F238E27FC236}">
                <a16:creationId xmlns:a16="http://schemas.microsoft.com/office/drawing/2014/main" id="{954141E4-482C-4CDA-8063-01E1D73B58C7}"/>
              </a:ext>
            </a:extLst>
          </p:cNvPr>
          <p:cNvSpPr>
            <a:spLocks xmlns:a="http://schemas.openxmlformats.org/drawingml/2006/main" noGrp="1"/>
          </p:cNvSpPr>
          <p:nvPr/>
        </p:nvSpPr>
        <p:spPr>
          <a:xfrm xmlns:a="http://schemas.openxmlformats.org/drawingml/2006/main">
            <a:off x="4286250" y="6096000"/>
            <a:ext cx="729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26976"/>
                </a:solidFill>
                <a:latin typeface="Arial"/>
                <a:ea typeface="Arial"/>
                <a:cs typeface="Arial"/>
              </a:defRPr>
            </a:defPPr>
            <a:lvl1pPr>
              <a:defRPr sz="1350" b="0">
                <a:solidFill>
                  <a:srgbClr val="526976"/>
                </a:solidFill>
                <a:latin typeface="Arial"/>
                <a:ea typeface="Arial"/>
                <a:cs typeface="Arial"/>
              </a:defRPr>
            </a:lvl1pPr>
            <a:lvl2pPr>
              <a:defRPr sz="1350" b="0">
                <a:solidFill>
                  <a:srgbClr val="526976"/>
                </a:solidFill>
                <a:latin typeface="Arial"/>
                <a:ea typeface="Arial"/>
                <a:cs typeface="Arial"/>
              </a:defRPr>
            </a:lvl2pPr>
            <a:lvl3pPr>
              <a:defRPr sz="1350" b="0">
                <a:solidFill>
                  <a:srgbClr val="526976"/>
                </a:solidFill>
                <a:latin typeface="Arial"/>
                <a:ea typeface="Arial"/>
                <a:cs typeface="Arial"/>
              </a:defRPr>
            </a:lvl3pPr>
            <a:lvl4pPr>
              <a:defRPr sz="1350" b="0">
                <a:solidFill>
                  <a:srgbClr val="526976"/>
                </a:solidFill>
                <a:latin typeface="Arial"/>
                <a:ea typeface="Arial"/>
                <a:cs typeface="Arial"/>
              </a:defRPr>
            </a:lvl4pPr>
            <a:lvl5pPr>
              <a:defRPr sz="1350" b="0">
                <a:solidFill>
                  <a:srgbClr val="526976"/>
                </a:solidFill>
                <a:latin typeface="Arial"/>
                <a:ea typeface="Arial"/>
                <a:cs typeface="Arial"/>
              </a:defRPr>
            </a:lvl5pPr>
            <a:lvl6pPr>
              <a:defRPr sz="1350" b="0">
                <a:solidFill>
                  <a:srgbClr val="526976"/>
                </a:solidFill>
                <a:latin typeface="Arial"/>
                <a:ea typeface="Arial"/>
                <a:cs typeface="Arial"/>
              </a:defRPr>
            </a:lvl6pPr>
            <a:lvl7pPr>
              <a:defRPr sz="1350" b="0">
                <a:solidFill>
                  <a:srgbClr val="526976"/>
                </a:solidFill>
                <a:latin typeface="Arial"/>
                <a:ea typeface="Arial"/>
                <a:cs typeface="Arial"/>
              </a:defRPr>
            </a:lvl7pPr>
            <a:lvl8pPr>
              <a:defRPr sz="1350" b="0">
                <a:solidFill>
                  <a:srgbClr val="526976"/>
                </a:solidFill>
                <a:latin typeface="Arial"/>
                <a:ea typeface="Arial"/>
                <a:cs typeface="Arial"/>
              </a:defRPr>
            </a:lvl8pPr>
            <a:lvl9pPr>
              <a:defRPr sz="1350" b="0">
                <a:solidFill>
                  <a:srgbClr val="526976"/>
                </a:solidFill>
                <a:latin typeface="Arial"/>
                <a:ea typeface="Arial"/>
                <a:cs typeface="Arial"/>
              </a:defRPr>
            </a:lvl9pPr>
          </a:lstStyle>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Originalul rămâne intact. Copiile descărcate nu pot fi retrase.</a:t>
            </a:r>
          </a:p>
        </p:txBody>
      </p:sp>
    </p:spTree>
    <p:extLst>
      <p:ext uri="{BB962C8B-B14F-4D97-AF65-F5344CB8AC3E}">
        <p14:creationId xmlns:p14="http://schemas.microsoft.com/office/powerpoint/2010/main" val="1931992764"/>
      </p:ext>
    </p:extLst>
  </p:cSld>
</p:sld>
</file>

<file path=ppt/slides/slide8.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13" name="brand-footer">
            <a:extLst xmlns:a="http://schemas.openxmlformats.org/drawingml/2006/main">
              <a:ext uri="{FF2B5EF4-FFF2-40B4-BE49-F238E27FC236}">
                <a16:creationId xmlns:a16="http://schemas.microsoft.com/office/drawing/2014/main" id="{9A8CE095-3850-4F37-8D8E-9C816EE82B86}"/>
              </a:ext>
            </a:extLst>
          </p:cNvPr>
          <p:cNvSpPr>
            <a:spLocks xmlns:a="http://schemas.openxmlformats.org/drawingml/2006/main" noGrp="1"/>
          </p:cNvSpPr>
          <p:nvPr/>
        </p:nvSpPr>
        <p:spPr>
          <a:xfrm xmlns:a="http://schemas.openxmlformats.org/drawingml/2006/main">
            <a:off x="609600" y="638175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FlyLeaf  /  Flight Club</a:t>
            </a:r>
          </a:p>
        </p:txBody>
      </p:sp>
      <p:sp>
        <p:nvSpPr>
          <p:cNvPr id="2" name="page-number">
            <a:extLst xmlns:a="http://schemas.openxmlformats.org/drawingml/2006/main">
              <a:ext uri="{FF2B5EF4-FFF2-40B4-BE49-F238E27FC236}">
                <a16:creationId xmlns:a16="http://schemas.microsoft.com/office/drawing/2014/main" id="{7727E16D-E5E6-417A-91CC-E61505E4715C}"/>
              </a:ext>
            </a:extLst>
          </p:cNvPr>
          <p:cNvSpPr>
            <a:spLocks xmlns:a="http://schemas.openxmlformats.org/drawingml/2006/main" noGrp="1"/>
          </p:cNvSpPr>
          <p:nvPr/>
        </p:nvSpPr>
        <p:spPr>
          <a:xfrm xmlns:a="http://schemas.openxmlformats.org/drawingml/2006/main">
            <a:off x="1114425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08</a:t>
            </a:r>
          </a:p>
        </p:txBody>
      </p:sp>
      <p:sp>
        <p:nvSpPr>
          <p:cNvPr id="3" name="slide-title">
            <a:extLst xmlns:a="http://schemas.openxmlformats.org/drawingml/2006/main">
              <a:ext uri="{FF2B5EF4-FFF2-40B4-BE49-F238E27FC236}">
                <a16:creationId xmlns:a16="http://schemas.microsoft.com/office/drawing/2014/main" id="{7FAEE4A8-2C09-49AF-B8FE-3B250AE35365}"/>
              </a:ext>
            </a:extLst>
          </p:cNvPr>
          <p:cNvSpPr>
            <a:spLocks xmlns:a="http://schemas.openxmlformats.org/drawingml/2006/main" noGrp="1"/>
          </p:cNvSpPr>
          <p:nvPr/>
        </p:nvSpPr>
        <p:spPr>
          <a:xfrm xmlns:a="http://schemas.openxmlformats.org/drawingml/2006/main">
            <a:off x="609600" y="523875"/>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12A3A"/>
                </a:solidFill>
                <a:latin typeface="Arial"/>
                <a:ea typeface="Arial"/>
                <a:cs typeface="Arial"/>
              </a:defRPr>
            </a:defPPr>
            <a:lvl1pPr>
              <a:defRPr sz="3600" b="1">
                <a:solidFill>
                  <a:srgbClr val="112A3A"/>
                </a:solidFill>
                <a:latin typeface="Arial"/>
                <a:ea typeface="Arial"/>
                <a:cs typeface="Arial"/>
              </a:defRPr>
            </a:lvl1pPr>
            <a:lvl2pPr>
              <a:defRPr sz="3600" b="1">
                <a:solidFill>
                  <a:srgbClr val="112A3A"/>
                </a:solidFill>
                <a:latin typeface="Arial"/>
                <a:ea typeface="Arial"/>
                <a:cs typeface="Arial"/>
              </a:defRPr>
            </a:lvl2pPr>
            <a:lvl3pPr>
              <a:defRPr sz="3600" b="1">
                <a:solidFill>
                  <a:srgbClr val="112A3A"/>
                </a:solidFill>
                <a:latin typeface="Arial"/>
                <a:ea typeface="Arial"/>
                <a:cs typeface="Arial"/>
              </a:defRPr>
            </a:lvl3pPr>
            <a:lvl4pPr>
              <a:defRPr sz="3600" b="1">
                <a:solidFill>
                  <a:srgbClr val="112A3A"/>
                </a:solidFill>
                <a:latin typeface="Arial"/>
                <a:ea typeface="Arial"/>
                <a:cs typeface="Arial"/>
              </a:defRPr>
            </a:lvl4pPr>
            <a:lvl5pPr>
              <a:defRPr sz="3600" b="1">
                <a:solidFill>
                  <a:srgbClr val="112A3A"/>
                </a:solidFill>
                <a:latin typeface="Arial"/>
                <a:ea typeface="Arial"/>
                <a:cs typeface="Arial"/>
              </a:defRPr>
            </a:lvl5pPr>
            <a:lvl6pPr>
              <a:defRPr sz="3600" b="1">
                <a:solidFill>
                  <a:srgbClr val="112A3A"/>
                </a:solidFill>
                <a:latin typeface="Arial"/>
                <a:ea typeface="Arial"/>
                <a:cs typeface="Arial"/>
              </a:defRPr>
            </a:lvl6pPr>
            <a:lvl7pPr>
              <a:defRPr sz="3600" b="1">
                <a:solidFill>
                  <a:srgbClr val="112A3A"/>
                </a:solidFill>
                <a:latin typeface="Arial"/>
                <a:ea typeface="Arial"/>
                <a:cs typeface="Arial"/>
              </a:defRPr>
            </a:lvl7pPr>
            <a:lvl8pPr>
              <a:defRPr sz="3600" b="1">
                <a:solidFill>
                  <a:srgbClr val="112A3A"/>
                </a:solidFill>
                <a:latin typeface="Arial"/>
                <a:ea typeface="Arial"/>
                <a:cs typeface="Arial"/>
              </a:defRPr>
            </a:lvl8pPr>
            <a:lvl9pPr>
              <a:defRPr sz="3600" b="1">
                <a:solidFill>
                  <a:srgbClr val="112A3A"/>
                </a:solidFill>
                <a:latin typeface="Arial"/>
                <a:ea typeface="Arial"/>
                <a:cs typeface="Arial"/>
              </a:defRPr>
            </a:lvl9pPr>
          </a:lstStyle>
          <a:p xmlns:a="http://schemas.openxmlformats.org/drawingml/2006/main">
            <a:pPr>
              <a:defRPr sz="3600" b="1">
                <a:solidFill>
                  <a:srgbClr val="112A3A"/>
                </a:solidFill>
                <a:latin typeface="Arial"/>
                <a:ea typeface="Arial"/>
                <a:cs typeface="Arial"/>
              </a:defRPr>
            </a:pPr>
            <a:r>
              <a:rPr sz="3600" b="1">
                <a:solidFill>
                  <a:srgbClr val="112A3A"/>
                </a:solidFill>
                <a:latin typeface="Arial"/>
                <a:ea typeface="Arial"/>
                <a:cs typeface="Arial"/>
              </a:rPr>
              <a:t>O lecție locală poate ajuta alt aeroport</a:t>
            </a:r>
          </a:p>
        </p:txBody>
      </p:sp>
      <p:sp>
        <p:nvSpPr>
          <p:cNvPr id="4" name="row-label">
            <a:extLst xmlns:a="http://schemas.openxmlformats.org/drawingml/2006/main">
              <a:ext uri="{FF2B5EF4-FFF2-40B4-BE49-F238E27FC236}">
                <a16:creationId xmlns:a16="http://schemas.microsoft.com/office/drawing/2014/main" id="{6777BD93-EEFD-4EE3-9BAA-5C4ECD62728D}"/>
              </a:ext>
            </a:extLst>
          </p:cNvPr>
          <p:cNvSpPr>
            <a:spLocks xmlns:a="http://schemas.openxmlformats.org/drawingml/2006/main" noGrp="1"/>
          </p:cNvSpPr>
          <p:nvPr/>
        </p:nvSpPr>
        <p:spPr>
          <a:xfrm xmlns:a="http://schemas.openxmlformats.org/drawingml/2006/main">
            <a:off x="647700" y="20955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2A3A"/>
                </a:solidFill>
                <a:latin typeface="Arial"/>
                <a:ea typeface="Arial"/>
                <a:cs typeface="Arial"/>
              </a:defRPr>
            </a:defPPr>
            <a:lvl1pPr>
              <a:defRPr sz="2250" b="1">
                <a:solidFill>
                  <a:srgbClr val="112A3A"/>
                </a:solidFill>
                <a:latin typeface="Arial"/>
                <a:ea typeface="Arial"/>
                <a:cs typeface="Arial"/>
              </a:defRPr>
            </a:lvl1pPr>
            <a:lvl2pPr>
              <a:defRPr sz="2250" b="1">
                <a:solidFill>
                  <a:srgbClr val="112A3A"/>
                </a:solidFill>
                <a:latin typeface="Arial"/>
                <a:ea typeface="Arial"/>
                <a:cs typeface="Arial"/>
              </a:defRPr>
            </a:lvl2pPr>
            <a:lvl3pPr>
              <a:defRPr sz="2250" b="1">
                <a:solidFill>
                  <a:srgbClr val="112A3A"/>
                </a:solidFill>
                <a:latin typeface="Arial"/>
                <a:ea typeface="Arial"/>
                <a:cs typeface="Arial"/>
              </a:defRPr>
            </a:lvl3pPr>
            <a:lvl4pPr>
              <a:defRPr sz="2250" b="1">
                <a:solidFill>
                  <a:srgbClr val="112A3A"/>
                </a:solidFill>
                <a:latin typeface="Arial"/>
                <a:ea typeface="Arial"/>
                <a:cs typeface="Arial"/>
              </a:defRPr>
            </a:lvl4pPr>
            <a:lvl5pPr>
              <a:defRPr sz="2250" b="1">
                <a:solidFill>
                  <a:srgbClr val="112A3A"/>
                </a:solidFill>
                <a:latin typeface="Arial"/>
                <a:ea typeface="Arial"/>
                <a:cs typeface="Arial"/>
              </a:defRPr>
            </a:lvl5pPr>
            <a:lvl6pPr>
              <a:defRPr sz="2250" b="1">
                <a:solidFill>
                  <a:srgbClr val="112A3A"/>
                </a:solidFill>
                <a:latin typeface="Arial"/>
                <a:ea typeface="Arial"/>
                <a:cs typeface="Arial"/>
              </a:defRPr>
            </a:lvl6pPr>
            <a:lvl7pPr>
              <a:defRPr sz="2250" b="1">
                <a:solidFill>
                  <a:srgbClr val="112A3A"/>
                </a:solidFill>
                <a:latin typeface="Arial"/>
                <a:ea typeface="Arial"/>
                <a:cs typeface="Arial"/>
              </a:defRPr>
            </a:lvl7pPr>
            <a:lvl8pPr>
              <a:defRPr sz="2250" b="1">
                <a:solidFill>
                  <a:srgbClr val="112A3A"/>
                </a:solidFill>
                <a:latin typeface="Arial"/>
                <a:ea typeface="Arial"/>
                <a:cs typeface="Arial"/>
              </a:defRPr>
            </a:lvl8pPr>
            <a:lvl9pPr>
              <a:defRPr sz="2250" b="1">
                <a:solidFill>
                  <a:srgbClr val="112A3A"/>
                </a:solidFill>
                <a:latin typeface="Arial"/>
                <a:ea typeface="Arial"/>
                <a:cs typeface="Arial"/>
              </a:defRPr>
            </a:lvl9pPr>
          </a:lstStyle>
          <a:p xmlns:a="http://schemas.openxmlformats.org/drawingml/2006/main">
            <a:pPr>
              <a:defRPr sz="2250" b="1">
                <a:solidFill>
                  <a:srgbClr val="112A3A"/>
                </a:solidFill>
                <a:latin typeface="Arial"/>
                <a:ea typeface="Arial"/>
                <a:cs typeface="Arial"/>
              </a:defRPr>
            </a:pPr>
            <a:r>
              <a:rPr sz="2250" b="1">
                <a:solidFill>
                  <a:srgbClr val="112A3A"/>
                </a:solidFill>
                <a:latin typeface="Arial"/>
                <a:ea typeface="Arial"/>
                <a:cs typeface="Arial"/>
              </a:rPr>
              <a:t>Aeroporturi conectate</a:t>
            </a:r>
          </a:p>
        </p:txBody>
      </p:sp>
      <p:sp>
        <p:nvSpPr>
          <p:cNvPr id="5" name="row-body">
            <a:extLst xmlns:a="http://schemas.openxmlformats.org/drawingml/2006/main">
              <a:ext uri="{FF2B5EF4-FFF2-40B4-BE49-F238E27FC236}">
                <a16:creationId xmlns:a16="http://schemas.microsoft.com/office/drawing/2014/main" id="{8A9E2421-AC3A-4E28-95EA-B33FF9100A00}"/>
              </a:ext>
            </a:extLst>
          </p:cNvPr>
          <p:cNvSpPr>
            <a:spLocks xmlns:a="http://schemas.openxmlformats.org/drawingml/2006/main" noGrp="1"/>
          </p:cNvSpPr>
          <p:nvPr/>
        </p:nvSpPr>
        <p:spPr>
          <a:xfrm xmlns:a="http://schemas.openxmlformats.org/drawingml/2006/main">
            <a:off x="4381500" y="2095500"/>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12A3A"/>
                </a:solidFill>
                <a:latin typeface="Arial"/>
                <a:ea typeface="Arial"/>
                <a:cs typeface="Arial"/>
              </a:defRPr>
            </a:defPPr>
            <a:lvl1pPr>
              <a:defRPr sz="2250" b="0">
                <a:solidFill>
                  <a:srgbClr val="112A3A"/>
                </a:solidFill>
                <a:latin typeface="Arial"/>
                <a:ea typeface="Arial"/>
                <a:cs typeface="Arial"/>
              </a:defRPr>
            </a:lvl1pPr>
            <a:lvl2pPr>
              <a:defRPr sz="2250" b="0">
                <a:solidFill>
                  <a:srgbClr val="112A3A"/>
                </a:solidFill>
                <a:latin typeface="Arial"/>
                <a:ea typeface="Arial"/>
                <a:cs typeface="Arial"/>
              </a:defRPr>
            </a:lvl2pPr>
            <a:lvl3pPr>
              <a:defRPr sz="2250" b="0">
                <a:solidFill>
                  <a:srgbClr val="112A3A"/>
                </a:solidFill>
                <a:latin typeface="Arial"/>
                <a:ea typeface="Arial"/>
                <a:cs typeface="Arial"/>
              </a:defRPr>
            </a:lvl3pPr>
            <a:lvl4pPr>
              <a:defRPr sz="2250" b="0">
                <a:solidFill>
                  <a:srgbClr val="112A3A"/>
                </a:solidFill>
                <a:latin typeface="Arial"/>
                <a:ea typeface="Arial"/>
                <a:cs typeface="Arial"/>
              </a:defRPr>
            </a:lvl4pPr>
            <a:lvl5pPr>
              <a:defRPr sz="2250" b="0">
                <a:solidFill>
                  <a:srgbClr val="112A3A"/>
                </a:solidFill>
                <a:latin typeface="Arial"/>
                <a:ea typeface="Arial"/>
                <a:cs typeface="Arial"/>
              </a:defRPr>
            </a:lvl5pPr>
            <a:lvl6pPr>
              <a:defRPr sz="2250" b="0">
                <a:solidFill>
                  <a:srgbClr val="112A3A"/>
                </a:solidFill>
                <a:latin typeface="Arial"/>
                <a:ea typeface="Arial"/>
                <a:cs typeface="Arial"/>
              </a:defRPr>
            </a:lvl6pPr>
            <a:lvl7pPr>
              <a:defRPr sz="2250" b="0">
                <a:solidFill>
                  <a:srgbClr val="112A3A"/>
                </a:solidFill>
                <a:latin typeface="Arial"/>
                <a:ea typeface="Arial"/>
                <a:cs typeface="Arial"/>
              </a:defRPr>
            </a:lvl7pPr>
            <a:lvl8pPr>
              <a:defRPr sz="2250" b="0">
                <a:solidFill>
                  <a:srgbClr val="112A3A"/>
                </a:solidFill>
                <a:latin typeface="Arial"/>
                <a:ea typeface="Arial"/>
                <a:cs typeface="Arial"/>
              </a:defRPr>
            </a:lvl8pPr>
            <a:lvl9pPr>
              <a:defRPr sz="2250" b="0">
                <a:solidFill>
                  <a:srgbClr val="112A3A"/>
                </a:solidFill>
                <a:latin typeface="Arial"/>
                <a:ea typeface="Arial"/>
                <a:cs typeface="Arial"/>
              </a:defRPr>
            </a:lvl9pPr>
          </a:lstStyle>
          <a:p xmlns:a="http://schemas.openxmlformats.org/drawingml/2006/main">
            <a:pPr>
              <a:defRPr sz="2250" b="0">
                <a:solidFill>
                  <a:srgbClr val="112A3A"/>
                </a:solidFill>
                <a:latin typeface="Arial"/>
                <a:ea typeface="Arial"/>
                <a:cs typeface="Arial"/>
              </a:defRPr>
            </a:pPr>
            <a:r>
              <a:rPr sz="2250" b="0">
                <a:solidFill>
                  <a:srgbClr val="112A3A"/>
                </a:solidFill>
                <a:latin typeface="Arial"/>
                <a:ea typeface="Arial"/>
                <a:cs typeface="Arial"/>
              </a:rPr>
              <a:t>Participare voluntară și contacte profesionale</a:t>
            </a:r>
          </a:p>
        </p:txBody>
      </p:sp>
      <p:sp>
        <p:nvSpPr>
          <p:cNvPr id="6" name="row-label">
            <a:extLst xmlns:a="http://schemas.openxmlformats.org/drawingml/2006/main">
              <a:ext uri="{FF2B5EF4-FFF2-40B4-BE49-F238E27FC236}">
                <a16:creationId xmlns:a16="http://schemas.microsoft.com/office/drawing/2014/main" id="{301928B1-73AA-4181-BFF8-4694F23A6D89}"/>
              </a:ext>
            </a:extLst>
          </p:cNvPr>
          <p:cNvSpPr>
            <a:spLocks xmlns:a="http://schemas.openxmlformats.org/drawingml/2006/main" noGrp="1"/>
          </p:cNvSpPr>
          <p:nvPr/>
        </p:nvSpPr>
        <p:spPr>
          <a:xfrm xmlns:a="http://schemas.openxmlformats.org/drawingml/2006/main">
            <a:off x="647700" y="296227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2A3A"/>
                </a:solidFill>
                <a:latin typeface="Arial"/>
                <a:ea typeface="Arial"/>
                <a:cs typeface="Arial"/>
              </a:defRPr>
            </a:defPPr>
            <a:lvl1pPr>
              <a:defRPr sz="2250" b="1">
                <a:solidFill>
                  <a:srgbClr val="112A3A"/>
                </a:solidFill>
                <a:latin typeface="Arial"/>
                <a:ea typeface="Arial"/>
                <a:cs typeface="Arial"/>
              </a:defRPr>
            </a:lvl1pPr>
            <a:lvl2pPr>
              <a:defRPr sz="2250" b="1">
                <a:solidFill>
                  <a:srgbClr val="112A3A"/>
                </a:solidFill>
                <a:latin typeface="Arial"/>
                <a:ea typeface="Arial"/>
                <a:cs typeface="Arial"/>
              </a:defRPr>
            </a:lvl2pPr>
            <a:lvl3pPr>
              <a:defRPr sz="2250" b="1">
                <a:solidFill>
                  <a:srgbClr val="112A3A"/>
                </a:solidFill>
                <a:latin typeface="Arial"/>
                <a:ea typeface="Arial"/>
                <a:cs typeface="Arial"/>
              </a:defRPr>
            </a:lvl3pPr>
            <a:lvl4pPr>
              <a:defRPr sz="2250" b="1">
                <a:solidFill>
                  <a:srgbClr val="112A3A"/>
                </a:solidFill>
                <a:latin typeface="Arial"/>
                <a:ea typeface="Arial"/>
                <a:cs typeface="Arial"/>
              </a:defRPr>
            </a:lvl4pPr>
            <a:lvl5pPr>
              <a:defRPr sz="2250" b="1">
                <a:solidFill>
                  <a:srgbClr val="112A3A"/>
                </a:solidFill>
                <a:latin typeface="Arial"/>
                <a:ea typeface="Arial"/>
                <a:cs typeface="Arial"/>
              </a:defRPr>
            </a:lvl5pPr>
            <a:lvl6pPr>
              <a:defRPr sz="2250" b="1">
                <a:solidFill>
                  <a:srgbClr val="112A3A"/>
                </a:solidFill>
                <a:latin typeface="Arial"/>
                <a:ea typeface="Arial"/>
                <a:cs typeface="Arial"/>
              </a:defRPr>
            </a:lvl6pPr>
            <a:lvl7pPr>
              <a:defRPr sz="2250" b="1">
                <a:solidFill>
                  <a:srgbClr val="112A3A"/>
                </a:solidFill>
                <a:latin typeface="Arial"/>
                <a:ea typeface="Arial"/>
                <a:cs typeface="Arial"/>
              </a:defRPr>
            </a:lvl7pPr>
            <a:lvl8pPr>
              <a:defRPr sz="2250" b="1">
                <a:solidFill>
                  <a:srgbClr val="112A3A"/>
                </a:solidFill>
                <a:latin typeface="Arial"/>
                <a:ea typeface="Arial"/>
                <a:cs typeface="Arial"/>
              </a:defRPr>
            </a:lvl8pPr>
            <a:lvl9pPr>
              <a:defRPr sz="2250" b="1">
                <a:solidFill>
                  <a:srgbClr val="112A3A"/>
                </a:solidFill>
                <a:latin typeface="Arial"/>
                <a:ea typeface="Arial"/>
                <a:cs typeface="Arial"/>
              </a:defRPr>
            </a:lvl9pPr>
          </a:lstStyle>
          <a:p xmlns:a="http://schemas.openxmlformats.org/drawingml/2006/main">
            <a:pPr>
              <a:defRPr sz="2250" b="1">
                <a:solidFill>
                  <a:srgbClr val="112A3A"/>
                </a:solidFill>
                <a:latin typeface="Arial"/>
                <a:ea typeface="Arial"/>
                <a:cs typeface="Arial"/>
              </a:defRPr>
            </a:pPr>
            <a:r>
              <a:rPr sz="2250" b="1">
                <a:solidFill>
                  <a:srgbClr val="112A3A"/>
                </a:solidFill>
                <a:latin typeface="Arial"/>
                <a:ea typeface="Arial"/>
                <a:cs typeface="Arial"/>
              </a:rPr>
              <a:t>Oameni responsabili</a:t>
            </a:r>
          </a:p>
        </p:txBody>
      </p:sp>
      <p:sp>
        <p:nvSpPr>
          <p:cNvPr id="7" name="row-body">
            <a:extLst xmlns:a="http://schemas.openxmlformats.org/drawingml/2006/main">
              <a:ext uri="{FF2B5EF4-FFF2-40B4-BE49-F238E27FC236}">
                <a16:creationId xmlns:a16="http://schemas.microsoft.com/office/drawing/2014/main" id="{6FFE6DE4-16B6-4BB3-84C7-80C0AE99CA09}"/>
              </a:ext>
            </a:extLst>
          </p:cNvPr>
          <p:cNvSpPr>
            <a:spLocks xmlns:a="http://schemas.openxmlformats.org/drawingml/2006/main" noGrp="1"/>
          </p:cNvSpPr>
          <p:nvPr/>
        </p:nvSpPr>
        <p:spPr>
          <a:xfrm xmlns:a="http://schemas.openxmlformats.org/drawingml/2006/main">
            <a:off x="4381500" y="2962275"/>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12A3A"/>
                </a:solidFill>
                <a:latin typeface="Arial"/>
                <a:ea typeface="Arial"/>
                <a:cs typeface="Arial"/>
              </a:defRPr>
            </a:defPPr>
            <a:lvl1pPr>
              <a:defRPr sz="2250" b="0">
                <a:solidFill>
                  <a:srgbClr val="112A3A"/>
                </a:solidFill>
                <a:latin typeface="Arial"/>
                <a:ea typeface="Arial"/>
                <a:cs typeface="Arial"/>
              </a:defRPr>
            </a:lvl1pPr>
            <a:lvl2pPr>
              <a:defRPr sz="2250" b="0">
                <a:solidFill>
                  <a:srgbClr val="112A3A"/>
                </a:solidFill>
                <a:latin typeface="Arial"/>
                <a:ea typeface="Arial"/>
                <a:cs typeface="Arial"/>
              </a:defRPr>
            </a:lvl2pPr>
            <a:lvl3pPr>
              <a:defRPr sz="2250" b="0">
                <a:solidFill>
                  <a:srgbClr val="112A3A"/>
                </a:solidFill>
                <a:latin typeface="Arial"/>
                <a:ea typeface="Arial"/>
                <a:cs typeface="Arial"/>
              </a:defRPr>
            </a:lvl3pPr>
            <a:lvl4pPr>
              <a:defRPr sz="2250" b="0">
                <a:solidFill>
                  <a:srgbClr val="112A3A"/>
                </a:solidFill>
                <a:latin typeface="Arial"/>
                <a:ea typeface="Arial"/>
                <a:cs typeface="Arial"/>
              </a:defRPr>
            </a:lvl4pPr>
            <a:lvl5pPr>
              <a:defRPr sz="2250" b="0">
                <a:solidFill>
                  <a:srgbClr val="112A3A"/>
                </a:solidFill>
                <a:latin typeface="Arial"/>
                <a:ea typeface="Arial"/>
                <a:cs typeface="Arial"/>
              </a:defRPr>
            </a:lvl5pPr>
            <a:lvl6pPr>
              <a:defRPr sz="2250" b="0">
                <a:solidFill>
                  <a:srgbClr val="112A3A"/>
                </a:solidFill>
                <a:latin typeface="Arial"/>
                <a:ea typeface="Arial"/>
                <a:cs typeface="Arial"/>
              </a:defRPr>
            </a:lvl6pPr>
            <a:lvl7pPr>
              <a:defRPr sz="2250" b="0">
                <a:solidFill>
                  <a:srgbClr val="112A3A"/>
                </a:solidFill>
                <a:latin typeface="Arial"/>
                <a:ea typeface="Arial"/>
                <a:cs typeface="Arial"/>
              </a:defRPr>
            </a:lvl7pPr>
            <a:lvl8pPr>
              <a:defRPr sz="2250" b="0">
                <a:solidFill>
                  <a:srgbClr val="112A3A"/>
                </a:solidFill>
                <a:latin typeface="Arial"/>
                <a:ea typeface="Arial"/>
                <a:cs typeface="Arial"/>
              </a:defRPr>
            </a:lvl8pPr>
            <a:lvl9pPr>
              <a:defRPr sz="2250" b="0">
                <a:solidFill>
                  <a:srgbClr val="112A3A"/>
                </a:solidFill>
                <a:latin typeface="Arial"/>
                <a:ea typeface="Arial"/>
                <a:cs typeface="Arial"/>
              </a:defRPr>
            </a:lvl9pPr>
          </a:lstStyle>
          <a:p xmlns:a="http://schemas.openxmlformats.org/drawingml/2006/main">
            <a:pPr>
              <a:defRPr sz="2250" b="0">
                <a:solidFill>
                  <a:srgbClr val="112A3A"/>
                </a:solidFill>
                <a:latin typeface="Arial"/>
                <a:ea typeface="Arial"/>
                <a:cs typeface="Arial"/>
              </a:defRPr>
            </a:pPr>
            <a:r>
              <a:rPr sz="2250" b="0">
                <a:solidFill>
                  <a:srgbClr val="112A3A"/>
                </a:solidFill>
                <a:latin typeface="Arial"/>
                <a:ea typeface="Arial"/>
                <a:cs typeface="Arial"/>
              </a:rPr>
              <a:t>Directorul sau șeful de departament contactează un om</a:t>
            </a:r>
          </a:p>
        </p:txBody>
      </p:sp>
      <p:sp>
        <p:nvSpPr>
          <p:cNvPr id="8" name="row-label">
            <a:extLst xmlns:a="http://schemas.openxmlformats.org/drawingml/2006/main">
              <a:ext uri="{FF2B5EF4-FFF2-40B4-BE49-F238E27FC236}">
                <a16:creationId xmlns:a16="http://schemas.microsoft.com/office/drawing/2014/main" id="{8A74DA63-B3D5-4BA7-BDD7-6AD81B898D72}"/>
              </a:ext>
            </a:extLst>
          </p:cNvPr>
          <p:cNvSpPr>
            <a:spLocks xmlns:a="http://schemas.openxmlformats.org/drawingml/2006/main" noGrp="1"/>
          </p:cNvSpPr>
          <p:nvPr/>
        </p:nvSpPr>
        <p:spPr>
          <a:xfrm xmlns:a="http://schemas.openxmlformats.org/drawingml/2006/main">
            <a:off x="647700" y="382905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2A3A"/>
                </a:solidFill>
                <a:latin typeface="Arial"/>
                <a:ea typeface="Arial"/>
                <a:cs typeface="Arial"/>
              </a:defRPr>
            </a:defPPr>
            <a:lvl1pPr>
              <a:defRPr sz="2250" b="1">
                <a:solidFill>
                  <a:srgbClr val="112A3A"/>
                </a:solidFill>
                <a:latin typeface="Arial"/>
                <a:ea typeface="Arial"/>
                <a:cs typeface="Arial"/>
              </a:defRPr>
            </a:lvl1pPr>
            <a:lvl2pPr>
              <a:defRPr sz="2250" b="1">
                <a:solidFill>
                  <a:srgbClr val="112A3A"/>
                </a:solidFill>
                <a:latin typeface="Arial"/>
                <a:ea typeface="Arial"/>
                <a:cs typeface="Arial"/>
              </a:defRPr>
            </a:lvl2pPr>
            <a:lvl3pPr>
              <a:defRPr sz="2250" b="1">
                <a:solidFill>
                  <a:srgbClr val="112A3A"/>
                </a:solidFill>
                <a:latin typeface="Arial"/>
                <a:ea typeface="Arial"/>
                <a:cs typeface="Arial"/>
              </a:defRPr>
            </a:lvl3pPr>
            <a:lvl4pPr>
              <a:defRPr sz="2250" b="1">
                <a:solidFill>
                  <a:srgbClr val="112A3A"/>
                </a:solidFill>
                <a:latin typeface="Arial"/>
                <a:ea typeface="Arial"/>
                <a:cs typeface="Arial"/>
              </a:defRPr>
            </a:lvl4pPr>
            <a:lvl5pPr>
              <a:defRPr sz="2250" b="1">
                <a:solidFill>
                  <a:srgbClr val="112A3A"/>
                </a:solidFill>
                <a:latin typeface="Arial"/>
                <a:ea typeface="Arial"/>
                <a:cs typeface="Arial"/>
              </a:defRPr>
            </a:lvl5pPr>
            <a:lvl6pPr>
              <a:defRPr sz="2250" b="1">
                <a:solidFill>
                  <a:srgbClr val="112A3A"/>
                </a:solidFill>
                <a:latin typeface="Arial"/>
                <a:ea typeface="Arial"/>
                <a:cs typeface="Arial"/>
              </a:defRPr>
            </a:lvl6pPr>
            <a:lvl7pPr>
              <a:defRPr sz="2250" b="1">
                <a:solidFill>
                  <a:srgbClr val="112A3A"/>
                </a:solidFill>
                <a:latin typeface="Arial"/>
                <a:ea typeface="Arial"/>
                <a:cs typeface="Arial"/>
              </a:defRPr>
            </a:lvl7pPr>
            <a:lvl8pPr>
              <a:defRPr sz="2250" b="1">
                <a:solidFill>
                  <a:srgbClr val="112A3A"/>
                </a:solidFill>
                <a:latin typeface="Arial"/>
                <a:ea typeface="Arial"/>
                <a:cs typeface="Arial"/>
              </a:defRPr>
            </a:lvl8pPr>
            <a:lvl9pPr>
              <a:defRPr sz="2250" b="1">
                <a:solidFill>
                  <a:srgbClr val="112A3A"/>
                </a:solidFill>
                <a:latin typeface="Arial"/>
                <a:ea typeface="Arial"/>
                <a:cs typeface="Arial"/>
              </a:defRPr>
            </a:lvl9pPr>
          </a:lstStyle>
          <a:p xmlns:a="http://schemas.openxmlformats.org/drawingml/2006/main">
            <a:pPr>
              <a:defRPr sz="2250" b="1">
                <a:solidFill>
                  <a:srgbClr val="112A3A"/>
                </a:solidFill>
                <a:latin typeface="Arial"/>
                <a:ea typeface="Arial"/>
                <a:cs typeface="Arial"/>
              </a:defRPr>
            </a:pPr>
            <a:r>
              <a:rPr sz="2250" b="1">
                <a:solidFill>
                  <a:srgbClr val="112A3A"/>
                </a:solidFill>
                <a:latin typeface="Arial"/>
                <a:ea typeface="Arial"/>
                <a:cs typeface="Arial"/>
              </a:rPr>
              <a:t>Schimb controlat</a:t>
            </a:r>
          </a:p>
        </p:txBody>
      </p:sp>
      <p:sp>
        <p:nvSpPr>
          <p:cNvPr id="9" name="row-body">
            <a:extLst xmlns:a="http://schemas.openxmlformats.org/drawingml/2006/main">
              <a:ext uri="{FF2B5EF4-FFF2-40B4-BE49-F238E27FC236}">
                <a16:creationId xmlns:a16="http://schemas.microsoft.com/office/drawing/2014/main" id="{A4D6B851-8F49-4BD7-B2C3-063AA02B4953}"/>
              </a:ext>
            </a:extLst>
          </p:cNvPr>
          <p:cNvSpPr>
            <a:spLocks xmlns:a="http://schemas.openxmlformats.org/drawingml/2006/main" noGrp="1"/>
          </p:cNvSpPr>
          <p:nvPr/>
        </p:nvSpPr>
        <p:spPr>
          <a:xfrm xmlns:a="http://schemas.openxmlformats.org/drawingml/2006/main">
            <a:off x="4381500" y="3829050"/>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12A3A"/>
                </a:solidFill>
                <a:latin typeface="Arial"/>
                <a:ea typeface="Arial"/>
                <a:cs typeface="Arial"/>
              </a:defRPr>
            </a:defPPr>
            <a:lvl1pPr>
              <a:defRPr sz="2250" b="0">
                <a:solidFill>
                  <a:srgbClr val="112A3A"/>
                </a:solidFill>
                <a:latin typeface="Arial"/>
                <a:ea typeface="Arial"/>
                <a:cs typeface="Arial"/>
              </a:defRPr>
            </a:lvl1pPr>
            <a:lvl2pPr>
              <a:defRPr sz="2250" b="0">
                <a:solidFill>
                  <a:srgbClr val="112A3A"/>
                </a:solidFill>
                <a:latin typeface="Arial"/>
                <a:ea typeface="Arial"/>
                <a:cs typeface="Arial"/>
              </a:defRPr>
            </a:lvl2pPr>
            <a:lvl3pPr>
              <a:defRPr sz="2250" b="0">
                <a:solidFill>
                  <a:srgbClr val="112A3A"/>
                </a:solidFill>
                <a:latin typeface="Arial"/>
                <a:ea typeface="Arial"/>
                <a:cs typeface="Arial"/>
              </a:defRPr>
            </a:lvl3pPr>
            <a:lvl4pPr>
              <a:defRPr sz="2250" b="0">
                <a:solidFill>
                  <a:srgbClr val="112A3A"/>
                </a:solidFill>
                <a:latin typeface="Arial"/>
                <a:ea typeface="Arial"/>
                <a:cs typeface="Arial"/>
              </a:defRPr>
            </a:lvl4pPr>
            <a:lvl5pPr>
              <a:defRPr sz="2250" b="0">
                <a:solidFill>
                  <a:srgbClr val="112A3A"/>
                </a:solidFill>
                <a:latin typeface="Arial"/>
                <a:ea typeface="Arial"/>
                <a:cs typeface="Arial"/>
              </a:defRPr>
            </a:lvl5pPr>
            <a:lvl6pPr>
              <a:defRPr sz="2250" b="0">
                <a:solidFill>
                  <a:srgbClr val="112A3A"/>
                </a:solidFill>
                <a:latin typeface="Arial"/>
                <a:ea typeface="Arial"/>
                <a:cs typeface="Arial"/>
              </a:defRPr>
            </a:lvl6pPr>
            <a:lvl7pPr>
              <a:defRPr sz="2250" b="0">
                <a:solidFill>
                  <a:srgbClr val="112A3A"/>
                </a:solidFill>
                <a:latin typeface="Arial"/>
                <a:ea typeface="Arial"/>
                <a:cs typeface="Arial"/>
              </a:defRPr>
            </a:lvl7pPr>
            <a:lvl8pPr>
              <a:defRPr sz="2250" b="0">
                <a:solidFill>
                  <a:srgbClr val="112A3A"/>
                </a:solidFill>
                <a:latin typeface="Arial"/>
                <a:ea typeface="Arial"/>
                <a:cs typeface="Arial"/>
              </a:defRPr>
            </a:lvl8pPr>
            <a:lvl9pPr>
              <a:defRPr sz="2250" b="0">
                <a:solidFill>
                  <a:srgbClr val="112A3A"/>
                </a:solidFill>
                <a:latin typeface="Arial"/>
                <a:ea typeface="Arial"/>
                <a:cs typeface="Arial"/>
              </a:defRPr>
            </a:lvl9pPr>
          </a:lstStyle>
          <a:p xmlns:a="http://schemas.openxmlformats.org/drawingml/2006/main">
            <a:pPr>
              <a:defRPr sz="2250" b="0">
                <a:solidFill>
                  <a:srgbClr val="112A3A"/>
                </a:solidFill>
                <a:latin typeface="Arial"/>
                <a:ea typeface="Arial"/>
                <a:cs typeface="Arial"/>
              </a:defRPr>
            </a:pPr>
            <a:r>
              <a:rPr sz="2250" b="0">
                <a:solidFill>
                  <a:srgbClr val="112A3A"/>
                </a:solidFill>
                <a:latin typeface="Arial"/>
                <a:ea typeface="Arial"/>
                <a:cs typeface="Arial"/>
              </a:rPr>
              <a:t>Cererea, răspunsul și copia rămân împreună</a:t>
            </a:r>
          </a:p>
        </p:txBody>
      </p:sp>
      <p:sp>
        <p:nvSpPr>
          <p:cNvPr id="10" name="row-label">
            <a:extLst xmlns:a="http://schemas.openxmlformats.org/drawingml/2006/main">
              <a:ext uri="{FF2B5EF4-FFF2-40B4-BE49-F238E27FC236}">
                <a16:creationId xmlns:a16="http://schemas.microsoft.com/office/drawing/2014/main" id="{2F0739E1-D42F-4683-8B9E-43946802F562}"/>
              </a:ext>
            </a:extLst>
          </p:cNvPr>
          <p:cNvSpPr>
            <a:spLocks xmlns:a="http://schemas.openxmlformats.org/drawingml/2006/main" noGrp="1"/>
          </p:cNvSpPr>
          <p:nvPr/>
        </p:nvSpPr>
        <p:spPr>
          <a:xfrm xmlns:a="http://schemas.openxmlformats.org/drawingml/2006/main">
            <a:off x="647700" y="469582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2A3A"/>
                </a:solidFill>
                <a:latin typeface="Arial"/>
                <a:ea typeface="Arial"/>
                <a:cs typeface="Arial"/>
              </a:defRPr>
            </a:defPPr>
            <a:lvl1pPr>
              <a:defRPr sz="2250" b="1">
                <a:solidFill>
                  <a:srgbClr val="112A3A"/>
                </a:solidFill>
                <a:latin typeface="Arial"/>
                <a:ea typeface="Arial"/>
                <a:cs typeface="Arial"/>
              </a:defRPr>
            </a:lvl1pPr>
            <a:lvl2pPr>
              <a:defRPr sz="2250" b="1">
                <a:solidFill>
                  <a:srgbClr val="112A3A"/>
                </a:solidFill>
                <a:latin typeface="Arial"/>
                <a:ea typeface="Arial"/>
                <a:cs typeface="Arial"/>
              </a:defRPr>
            </a:lvl2pPr>
            <a:lvl3pPr>
              <a:defRPr sz="2250" b="1">
                <a:solidFill>
                  <a:srgbClr val="112A3A"/>
                </a:solidFill>
                <a:latin typeface="Arial"/>
                <a:ea typeface="Arial"/>
                <a:cs typeface="Arial"/>
              </a:defRPr>
            </a:lvl3pPr>
            <a:lvl4pPr>
              <a:defRPr sz="2250" b="1">
                <a:solidFill>
                  <a:srgbClr val="112A3A"/>
                </a:solidFill>
                <a:latin typeface="Arial"/>
                <a:ea typeface="Arial"/>
                <a:cs typeface="Arial"/>
              </a:defRPr>
            </a:lvl4pPr>
            <a:lvl5pPr>
              <a:defRPr sz="2250" b="1">
                <a:solidFill>
                  <a:srgbClr val="112A3A"/>
                </a:solidFill>
                <a:latin typeface="Arial"/>
                <a:ea typeface="Arial"/>
                <a:cs typeface="Arial"/>
              </a:defRPr>
            </a:lvl5pPr>
            <a:lvl6pPr>
              <a:defRPr sz="2250" b="1">
                <a:solidFill>
                  <a:srgbClr val="112A3A"/>
                </a:solidFill>
                <a:latin typeface="Arial"/>
                <a:ea typeface="Arial"/>
                <a:cs typeface="Arial"/>
              </a:defRPr>
            </a:lvl6pPr>
            <a:lvl7pPr>
              <a:defRPr sz="2250" b="1">
                <a:solidFill>
                  <a:srgbClr val="112A3A"/>
                </a:solidFill>
                <a:latin typeface="Arial"/>
                <a:ea typeface="Arial"/>
                <a:cs typeface="Arial"/>
              </a:defRPr>
            </a:lvl7pPr>
            <a:lvl8pPr>
              <a:defRPr sz="2250" b="1">
                <a:solidFill>
                  <a:srgbClr val="112A3A"/>
                </a:solidFill>
                <a:latin typeface="Arial"/>
                <a:ea typeface="Arial"/>
                <a:cs typeface="Arial"/>
              </a:defRPr>
            </a:lvl8pPr>
            <a:lvl9pPr>
              <a:defRPr sz="2250" b="1">
                <a:solidFill>
                  <a:srgbClr val="112A3A"/>
                </a:solidFill>
                <a:latin typeface="Arial"/>
                <a:ea typeface="Arial"/>
                <a:cs typeface="Arial"/>
              </a:defRPr>
            </a:lvl9pPr>
          </a:lstStyle>
          <a:p xmlns:a="http://schemas.openxmlformats.org/drawingml/2006/main">
            <a:pPr>
              <a:defRPr sz="2250" b="1">
                <a:solidFill>
                  <a:srgbClr val="112A3A"/>
                </a:solidFill>
                <a:latin typeface="Arial"/>
                <a:ea typeface="Arial"/>
                <a:cs typeface="Arial"/>
              </a:defRPr>
            </a:pPr>
            <a:r>
              <a:rPr sz="2250" b="1">
                <a:solidFill>
                  <a:srgbClr val="112A3A"/>
                </a:solidFill>
                <a:latin typeface="Arial"/>
                <a:ea typeface="Arial"/>
                <a:cs typeface="Arial"/>
              </a:rPr>
              <a:t>Autonomie locală</a:t>
            </a:r>
          </a:p>
        </p:txBody>
      </p:sp>
      <p:sp>
        <p:nvSpPr>
          <p:cNvPr id="11" name="row-body">
            <a:extLst xmlns:a="http://schemas.openxmlformats.org/drawingml/2006/main">
              <a:ext uri="{FF2B5EF4-FFF2-40B4-BE49-F238E27FC236}">
                <a16:creationId xmlns:a16="http://schemas.microsoft.com/office/drawing/2014/main" id="{29E57E6D-5AB7-443F-93AA-7C52172B0BC8}"/>
              </a:ext>
            </a:extLst>
          </p:cNvPr>
          <p:cNvSpPr>
            <a:spLocks xmlns:a="http://schemas.openxmlformats.org/drawingml/2006/main" noGrp="1"/>
          </p:cNvSpPr>
          <p:nvPr/>
        </p:nvSpPr>
        <p:spPr>
          <a:xfrm xmlns:a="http://schemas.openxmlformats.org/drawingml/2006/main">
            <a:off x="4381500" y="4695825"/>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12A3A"/>
                </a:solidFill>
                <a:latin typeface="Arial"/>
                <a:ea typeface="Arial"/>
                <a:cs typeface="Arial"/>
              </a:defRPr>
            </a:defPPr>
            <a:lvl1pPr>
              <a:defRPr sz="2250" b="0">
                <a:solidFill>
                  <a:srgbClr val="112A3A"/>
                </a:solidFill>
                <a:latin typeface="Arial"/>
                <a:ea typeface="Arial"/>
                <a:cs typeface="Arial"/>
              </a:defRPr>
            </a:lvl1pPr>
            <a:lvl2pPr>
              <a:defRPr sz="2250" b="0">
                <a:solidFill>
                  <a:srgbClr val="112A3A"/>
                </a:solidFill>
                <a:latin typeface="Arial"/>
                <a:ea typeface="Arial"/>
                <a:cs typeface="Arial"/>
              </a:defRPr>
            </a:lvl2pPr>
            <a:lvl3pPr>
              <a:defRPr sz="2250" b="0">
                <a:solidFill>
                  <a:srgbClr val="112A3A"/>
                </a:solidFill>
                <a:latin typeface="Arial"/>
                <a:ea typeface="Arial"/>
                <a:cs typeface="Arial"/>
              </a:defRPr>
            </a:lvl3pPr>
            <a:lvl4pPr>
              <a:defRPr sz="2250" b="0">
                <a:solidFill>
                  <a:srgbClr val="112A3A"/>
                </a:solidFill>
                <a:latin typeface="Arial"/>
                <a:ea typeface="Arial"/>
                <a:cs typeface="Arial"/>
              </a:defRPr>
            </a:lvl4pPr>
            <a:lvl5pPr>
              <a:defRPr sz="2250" b="0">
                <a:solidFill>
                  <a:srgbClr val="112A3A"/>
                </a:solidFill>
                <a:latin typeface="Arial"/>
                <a:ea typeface="Arial"/>
                <a:cs typeface="Arial"/>
              </a:defRPr>
            </a:lvl5pPr>
            <a:lvl6pPr>
              <a:defRPr sz="2250" b="0">
                <a:solidFill>
                  <a:srgbClr val="112A3A"/>
                </a:solidFill>
                <a:latin typeface="Arial"/>
                <a:ea typeface="Arial"/>
                <a:cs typeface="Arial"/>
              </a:defRPr>
            </a:lvl6pPr>
            <a:lvl7pPr>
              <a:defRPr sz="2250" b="0">
                <a:solidFill>
                  <a:srgbClr val="112A3A"/>
                </a:solidFill>
                <a:latin typeface="Arial"/>
                <a:ea typeface="Arial"/>
                <a:cs typeface="Arial"/>
              </a:defRPr>
            </a:lvl7pPr>
            <a:lvl8pPr>
              <a:defRPr sz="2250" b="0">
                <a:solidFill>
                  <a:srgbClr val="112A3A"/>
                </a:solidFill>
                <a:latin typeface="Arial"/>
                <a:ea typeface="Arial"/>
                <a:cs typeface="Arial"/>
              </a:defRPr>
            </a:lvl8pPr>
            <a:lvl9pPr>
              <a:defRPr sz="2250" b="0">
                <a:solidFill>
                  <a:srgbClr val="112A3A"/>
                </a:solidFill>
                <a:latin typeface="Arial"/>
                <a:ea typeface="Arial"/>
                <a:cs typeface="Arial"/>
              </a:defRPr>
            </a:lvl9pPr>
          </a:lstStyle>
          <a:p xmlns:a="http://schemas.openxmlformats.org/drawingml/2006/main">
            <a:pPr>
              <a:defRPr sz="2250" b="0">
                <a:solidFill>
                  <a:srgbClr val="112A3A"/>
                </a:solidFill>
                <a:latin typeface="Arial"/>
                <a:ea typeface="Arial"/>
                <a:cs typeface="Arial"/>
              </a:defRPr>
            </a:pPr>
            <a:r>
              <a:rPr sz="2250" b="0">
                <a:solidFill>
                  <a:srgbClr val="112A3A"/>
                </a:solidFill>
                <a:latin typeface="Arial"/>
                <a:ea typeface="Arial"/>
                <a:cs typeface="Arial"/>
              </a:rPr>
              <a:t>Fiecare aeroport păstrează datele și aprobarea sa</a:t>
            </a:r>
          </a:p>
        </p:txBody>
      </p:sp>
      <p:sp>
        <p:nvSpPr>
          <p:cNvPr id="12" name="takeaway">
            <a:extLst xmlns:a="http://schemas.openxmlformats.org/drawingml/2006/main">
              <a:ext uri="{FF2B5EF4-FFF2-40B4-BE49-F238E27FC236}">
                <a16:creationId xmlns:a16="http://schemas.microsoft.com/office/drawing/2014/main" id="{8F46C04F-BD11-467D-B64B-FB398E3C194F}"/>
              </a:ext>
            </a:extLst>
          </p:cNvPr>
          <p:cNvSpPr>
            <a:spLocks xmlns:a="http://schemas.openxmlformats.org/drawingml/2006/main" noGrp="1"/>
          </p:cNvSpPr>
          <p:nvPr/>
        </p:nvSpPr>
        <p:spPr>
          <a:xfrm xmlns:a="http://schemas.openxmlformats.org/drawingml/2006/main">
            <a:off x="647700" y="58769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976"/>
                </a:solidFill>
                <a:latin typeface="Arial"/>
                <a:ea typeface="Arial"/>
                <a:cs typeface="Arial"/>
              </a:defRPr>
            </a:defPPr>
            <a:lvl1pPr>
              <a:defRPr sz="1800" b="0">
                <a:solidFill>
                  <a:srgbClr val="526976"/>
                </a:solidFill>
                <a:latin typeface="Arial"/>
                <a:ea typeface="Arial"/>
                <a:cs typeface="Arial"/>
              </a:defRPr>
            </a:lvl1pPr>
            <a:lvl2pPr>
              <a:defRPr sz="1800" b="0">
                <a:solidFill>
                  <a:srgbClr val="526976"/>
                </a:solidFill>
                <a:latin typeface="Arial"/>
                <a:ea typeface="Arial"/>
                <a:cs typeface="Arial"/>
              </a:defRPr>
            </a:lvl2pPr>
            <a:lvl3pPr>
              <a:defRPr sz="1800" b="0">
                <a:solidFill>
                  <a:srgbClr val="526976"/>
                </a:solidFill>
                <a:latin typeface="Arial"/>
                <a:ea typeface="Arial"/>
                <a:cs typeface="Arial"/>
              </a:defRPr>
            </a:lvl3pPr>
            <a:lvl4pPr>
              <a:defRPr sz="1800" b="0">
                <a:solidFill>
                  <a:srgbClr val="526976"/>
                </a:solidFill>
                <a:latin typeface="Arial"/>
                <a:ea typeface="Arial"/>
                <a:cs typeface="Arial"/>
              </a:defRPr>
            </a:lvl4pPr>
            <a:lvl5pPr>
              <a:defRPr sz="1800" b="0">
                <a:solidFill>
                  <a:srgbClr val="526976"/>
                </a:solidFill>
                <a:latin typeface="Arial"/>
                <a:ea typeface="Arial"/>
                <a:cs typeface="Arial"/>
              </a:defRPr>
            </a:lvl5pPr>
            <a:lvl6pPr>
              <a:defRPr sz="1800" b="0">
                <a:solidFill>
                  <a:srgbClr val="526976"/>
                </a:solidFill>
                <a:latin typeface="Arial"/>
                <a:ea typeface="Arial"/>
                <a:cs typeface="Arial"/>
              </a:defRPr>
            </a:lvl6pPr>
            <a:lvl7pPr>
              <a:defRPr sz="1800" b="0">
                <a:solidFill>
                  <a:srgbClr val="526976"/>
                </a:solidFill>
                <a:latin typeface="Arial"/>
                <a:ea typeface="Arial"/>
                <a:cs typeface="Arial"/>
              </a:defRPr>
            </a:lvl7pPr>
            <a:lvl8pPr>
              <a:defRPr sz="1800" b="0">
                <a:solidFill>
                  <a:srgbClr val="526976"/>
                </a:solidFill>
                <a:latin typeface="Arial"/>
                <a:ea typeface="Arial"/>
                <a:cs typeface="Arial"/>
              </a:defRPr>
            </a:lvl8pPr>
            <a:lvl9pPr>
              <a:defRPr sz="1800" b="0">
                <a:solidFill>
                  <a:srgbClr val="526976"/>
                </a:solidFill>
                <a:latin typeface="Arial"/>
                <a:ea typeface="Arial"/>
                <a:cs typeface="Arial"/>
              </a:defRPr>
            </a:lvl9pPr>
          </a:lstStyle>
          <a:p xmlns:a="http://schemas.openxmlformats.org/drawingml/2006/main">
            <a:pPr>
              <a:defRPr sz="1800" b="0">
                <a:solidFill>
                  <a:srgbClr val="526976"/>
                </a:solidFill>
                <a:latin typeface="Arial"/>
                <a:ea typeface="Arial"/>
                <a:cs typeface="Arial"/>
              </a:defRPr>
            </a:pPr>
            <a:r>
              <a:rPr sz="1800" b="0">
                <a:solidFill>
                  <a:srgbClr val="526976"/>
                </a:solidFill>
                <a:latin typeface="Arial"/>
                <a:ea typeface="Arial"/>
                <a:cs typeface="Arial"/>
              </a:rPr>
              <a:t>Potrivit și rețelelor de aeroporturi cu un proprietar comun.</a:t>
            </a:r>
          </a:p>
        </p:txBody>
      </p:sp>
    </p:spTree>
    <p:extLst>
      <p:ext uri="{BB962C8B-B14F-4D97-AF65-F5344CB8AC3E}">
        <p14:creationId xmlns:p14="http://schemas.microsoft.com/office/powerpoint/2010/main" val="1568869668"/>
      </p:ext>
    </p:extLst>
  </p:cSld>
</p:sld>
</file>

<file path=ppt/slides/slide9.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1" name="brand-footer">
            <a:extLst xmlns:a="http://schemas.openxmlformats.org/drawingml/2006/main">
              <a:ext uri="{FF2B5EF4-FFF2-40B4-BE49-F238E27FC236}">
                <a16:creationId xmlns:a16="http://schemas.microsoft.com/office/drawing/2014/main" id="{E048F4AD-CB0B-45B4-99B0-48544C5CD498}"/>
              </a:ext>
            </a:extLst>
          </p:cNvPr>
          <p:cNvSpPr>
            <a:spLocks xmlns:a="http://schemas.openxmlformats.org/drawingml/2006/main" noGrp="1"/>
          </p:cNvSpPr>
          <p:nvPr/>
        </p:nvSpPr>
        <p:spPr>
          <a:xfrm xmlns:a="http://schemas.openxmlformats.org/drawingml/2006/main">
            <a:off x="609600" y="638175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A8BFC9"/>
                </a:solidFill>
                <a:latin typeface="Arial"/>
                <a:ea typeface="Arial"/>
                <a:cs typeface="Arial"/>
              </a:defRPr>
            </a:defPPr>
            <a:lvl1pPr>
              <a:defRPr sz="1200" b="0">
                <a:solidFill>
                  <a:srgbClr val="A8BFC9"/>
                </a:solidFill>
                <a:latin typeface="Arial"/>
                <a:ea typeface="Arial"/>
                <a:cs typeface="Arial"/>
              </a:defRPr>
            </a:lvl1pPr>
            <a:lvl2pPr>
              <a:defRPr sz="1200" b="0">
                <a:solidFill>
                  <a:srgbClr val="A8BFC9"/>
                </a:solidFill>
                <a:latin typeface="Arial"/>
                <a:ea typeface="Arial"/>
                <a:cs typeface="Arial"/>
              </a:defRPr>
            </a:lvl2pPr>
            <a:lvl3pPr>
              <a:defRPr sz="1200" b="0">
                <a:solidFill>
                  <a:srgbClr val="A8BFC9"/>
                </a:solidFill>
                <a:latin typeface="Arial"/>
                <a:ea typeface="Arial"/>
                <a:cs typeface="Arial"/>
              </a:defRPr>
            </a:lvl3pPr>
            <a:lvl4pPr>
              <a:defRPr sz="1200" b="0">
                <a:solidFill>
                  <a:srgbClr val="A8BFC9"/>
                </a:solidFill>
                <a:latin typeface="Arial"/>
                <a:ea typeface="Arial"/>
                <a:cs typeface="Arial"/>
              </a:defRPr>
            </a:lvl4pPr>
            <a:lvl5pPr>
              <a:defRPr sz="1200" b="0">
                <a:solidFill>
                  <a:srgbClr val="A8BFC9"/>
                </a:solidFill>
                <a:latin typeface="Arial"/>
                <a:ea typeface="Arial"/>
                <a:cs typeface="Arial"/>
              </a:defRPr>
            </a:lvl5pPr>
            <a:lvl6pPr>
              <a:defRPr sz="1200" b="0">
                <a:solidFill>
                  <a:srgbClr val="A8BFC9"/>
                </a:solidFill>
                <a:latin typeface="Arial"/>
                <a:ea typeface="Arial"/>
                <a:cs typeface="Arial"/>
              </a:defRPr>
            </a:lvl6pPr>
            <a:lvl7pPr>
              <a:defRPr sz="1200" b="0">
                <a:solidFill>
                  <a:srgbClr val="A8BFC9"/>
                </a:solidFill>
                <a:latin typeface="Arial"/>
                <a:ea typeface="Arial"/>
                <a:cs typeface="Arial"/>
              </a:defRPr>
            </a:lvl7pPr>
            <a:lvl8pPr>
              <a:defRPr sz="1200" b="0">
                <a:solidFill>
                  <a:srgbClr val="A8BFC9"/>
                </a:solidFill>
                <a:latin typeface="Arial"/>
                <a:ea typeface="Arial"/>
                <a:cs typeface="Arial"/>
              </a:defRPr>
            </a:lvl8pPr>
            <a:lvl9pPr>
              <a:defRPr sz="1200" b="0">
                <a:solidFill>
                  <a:srgbClr val="A8BFC9"/>
                </a:solidFill>
                <a:latin typeface="Arial"/>
                <a:ea typeface="Arial"/>
                <a:cs typeface="Arial"/>
              </a:defRPr>
            </a:lvl9pPr>
          </a:lstStyle>
          <a:p xmlns:a="http://schemas.openxmlformats.org/drawingml/2006/main">
            <a:pPr>
              <a:defRPr sz="1200" b="0">
                <a:solidFill>
                  <a:srgbClr val="A8BFC9"/>
                </a:solidFill>
                <a:latin typeface="Arial"/>
                <a:ea typeface="Arial"/>
                <a:cs typeface="Arial"/>
              </a:defRPr>
            </a:pPr>
            <a:r>
              <a:rPr sz="1200" b="0">
                <a:solidFill>
                  <a:srgbClr val="A8BFC9"/>
                </a:solidFill>
                <a:latin typeface="Arial"/>
                <a:ea typeface="Arial"/>
                <a:cs typeface="Arial"/>
              </a:rPr>
              <a:t>FlyLeaf  /  Flight Club</a:t>
            </a:r>
          </a:p>
        </p:txBody>
      </p:sp>
      <p:sp>
        <p:nvSpPr>
          <p:cNvPr id="2" name="page-number">
            <a:extLst xmlns:a="http://schemas.openxmlformats.org/drawingml/2006/main">
              <a:ext uri="{FF2B5EF4-FFF2-40B4-BE49-F238E27FC236}">
                <a16:creationId xmlns:a16="http://schemas.microsoft.com/office/drawing/2014/main" id="{C38780EC-6B0F-42E1-B22E-899BEC98C37B}"/>
              </a:ext>
            </a:extLst>
          </p:cNvPr>
          <p:cNvSpPr>
            <a:spLocks xmlns:a="http://schemas.openxmlformats.org/drawingml/2006/main" noGrp="1"/>
          </p:cNvSpPr>
          <p:nvPr/>
        </p:nvSpPr>
        <p:spPr>
          <a:xfrm xmlns:a="http://schemas.openxmlformats.org/drawingml/2006/main">
            <a:off x="1114425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A8BFC9"/>
                </a:solidFill>
                <a:latin typeface="Arial"/>
                <a:ea typeface="Arial"/>
                <a:cs typeface="Arial"/>
              </a:defRPr>
            </a:defPPr>
            <a:lvl1pPr>
              <a:defRPr sz="1200" b="0">
                <a:solidFill>
                  <a:srgbClr val="A8BFC9"/>
                </a:solidFill>
                <a:latin typeface="Arial"/>
                <a:ea typeface="Arial"/>
                <a:cs typeface="Arial"/>
              </a:defRPr>
            </a:lvl1pPr>
            <a:lvl2pPr>
              <a:defRPr sz="1200" b="0">
                <a:solidFill>
                  <a:srgbClr val="A8BFC9"/>
                </a:solidFill>
                <a:latin typeface="Arial"/>
                <a:ea typeface="Arial"/>
                <a:cs typeface="Arial"/>
              </a:defRPr>
            </a:lvl2pPr>
            <a:lvl3pPr>
              <a:defRPr sz="1200" b="0">
                <a:solidFill>
                  <a:srgbClr val="A8BFC9"/>
                </a:solidFill>
                <a:latin typeface="Arial"/>
                <a:ea typeface="Arial"/>
                <a:cs typeface="Arial"/>
              </a:defRPr>
            </a:lvl3pPr>
            <a:lvl4pPr>
              <a:defRPr sz="1200" b="0">
                <a:solidFill>
                  <a:srgbClr val="A8BFC9"/>
                </a:solidFill>
                <a:latin typeface="Arial"/>
                <a:ea typeface="Arial"/>
                <a:cs typeface="Arial"/>
              </a:defRPr>
            </a:lvl4pPr>
            <a:lvl5pPr>
              <a:defRPr sz="1200" b="0">
                <a:solidFill>
                  <a:srgbClr val="A8BFC9"/>
                </a:solidFill>
                <a:latin typeface="Arial"/>
                <a:ea typeface="Arial"/>
                <a:cs typeface="Arial"/>
              </a:defRPr>
            </a:lvl5pPr>
            <a:lvl6pPr>
              <a:defRPr sz="1200" b="0">
                <a:solidFill>
                  <a:srgbClr val="A8BFC9"/>
                </a:solidFill>
                <a:latin typeface="Arial"/>
                <a:ea typeface="Arial"/>
                <a:cs typeface="Arial"/>
              </a:defRPr>
            </a:lvl6pPr>
            <a:lvl7pPr>
              <a:defRPr sz="1200" b="0">
                <a:solidFill>
                  <a:srgbClr val="A8BFC9"/>
                </a:solidFill>
                <a:latin typeface="Arial"/>
                <a:ea typeface="Arial"/>
                <a:cs typeface="Arial"/>
              </a:defRPr>
            </a:lvl7pPr>
            <a:lvl8pPr>
              <a:defRPr sz="1200" b="0">
                <a:solidFill>
                  <a:srgbClr val="A8BFC9"/>
                </a:solidFill>
                <a:latin typeface="Arial"/>
                <a:ea typeface="Arial"/>
                <a:cs typeface="Arial"/>
              </a:defRPr>
            </a:lvl8pPr>
            <a:lvl9pPr>
              <a:defRPr sz="1200" b="0">
                <a:solidFill>
                  <a:srgbClr val="A8BFC9"/>
                </a:solidFill>
                <a:latin typeface="Arial"/>
                <a:ea typeface="Arial"/>
                <a:cs typeface="Arial"/>
              </a:defRPr>
            </a:lvl9pPr>
          </a:lstStyle>
          <a:p xmlns:a="http://schemas.openxmlformats.org/drawingml/2006/main">
            <a:pPr>
              <a:defRPr sz="1200" b="0">
                <a:solidFill>
                  <a:srgbClr val="A8BFC9"/>
                </a:solidFill>
                <a:latin typeface="Arial"/>
                <a:ea typeface="Arial"/>
                <a:cs typeface="Arial"/>
              </a:defRPr>
            </a:pPr>
            <a:r>
              <a:rPr sz="1200" b="0">
                <a:solidFill>
                  <a:srgbClr val="A8BFC9"/>
                </a:solidFill>
                <a:latin typeface="Arial"/>
                <a:ea typeface="Arial"/>
                <a:cs typeface="Arial"/>
              </a:rPr>
              <a:t>09</a:t>
            </a:r>
          </a:p>
        </p:txBody>
      </p:sp>
      <p:sp>
        <p:nvSpPr>
          <p:cNvPr id="3" name="slide-title">
            <a:extLst xmlns:a="http://schemas.openxmlformats.org/drawingml/2006/main">
              <a:ext uri="{FF2B5EF4-FFF2-40B4-BE49-F238E27FC236}">
                <a16:creationId xmlns:a16="http://schemas.microsoft.com/office/drawing/2014/main" id="{09CCB351-4F73-430C-861D-4C770579BBD5}"/>
              </a:ext>
            </a:extLst>
          </p:cNvPr>
          <p:cNvSpPr>
            <a:spLocks xmlns:a="http://schemas.openxmlformats.org/drawingml/2006/main" noGrp="1"/>
          </p:cNvSpPr>
          <p:nvPr/>
        </p:nvSpPr>
        <p:spPr>
          <a:xfrm xmlns:a="http://schemas.openxmlformats.org/drawingml/2006/main">
            <a:off x="609600" y="523875"/>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4F7F6"/>
                </a:solidFill>
                <a:latin typeface="Arial"/>
                <a:ea typeface="Arial"/>
                <a:cs typeface="Arial"/>
              </a:defRPr>
            </a:defPPr>
            <a:lvl1pPr>
              <a:defRPr sz="3600" b="1">
                <a:solidFill>
                  <a:srgbClr val="F4F7F6"/>
                </a:solidFill>
                <a:latin typeface="Arial"/>
                <a:ea typeface="Arial"/>
                <a:cs typeface="Arial"/>
              </a:defRPr>
            </a:lvl1pPr>
            <a:lvl2pPr>
              <a:defRPr sz="3600" b="1">
                <a:solidFill>
                  <a:srgbClr val="F4F7F6"/>
                </a:solidFill>
                <a:latin typeface="Arial"/>
                <a:ea typeface="Arial"/>
                <a:cs typeface="Arial"/>
              </a:defRPr>
            </a:lvl2pPr>
            <a:lvl3pPr>
              <a:defRPr sz="3600" b="1">
                <a:solidFill>
                  <a:srgbClr val="F4F7F6"/>
                </a:solidFill>
                <a:latin typeface="Arial"/>
                <a:ea typeface="Arial"/>
                <a:cs typeface="Arial"/>
              </a:defRPr>
            </a:lvl3pPr>
            <a:lvl4pPr>
              <a:defRPr sz="3600" b="1">
                <a:solidFill>
                  <a:srgbClr val="F4F7F6"/>
                </a:solidFill>
                <a:latin typeface="Arial"/>
                <a:ea typeface="Arial"/>
                <a:cs typeface="Arial"/>
              </a:defRPr>
            </a:lvl4pPr>
            <a:lvl5pPr>
              <a:defRPr sz="3600" b="1">
                <a:solidFill>
                  <a:srgbClr val="F4F7F6"/>
                </a:solidFill>
                <a:latin typeface="Arial"/>
                <a:ea typeface="Arial"/>
                <a:cs typeface="Arial"/>
              </a:defRPr>
            </a:lvl5pPr>
            <a:lvl6pPr>
              <a:defRPr sz="3600" b="1">
                <a:solidFill>
                  <a:srgbClr val="F4F7F6"/>
                </a:solidFill>
                <a:latin typeface="Arial"/>
                <a:ea typeface="Arial"/>
                <a:cs typeface="Arial"/>
              </a:defRPr>
            </a:lvl6pPr>
            <a:lvl7pPr>
              <a:defRPr sz="3600" b="1">
                <a:solidFill>
                  <a:srgbClr val="F4F7F6"/>
                </a:solidFill>
                <a:latin typeface="Arial"/>
                <a:ea typeface="Arial"/>
                <a:cs typeface="Arial"/>
              </a:defRPr>
            </a:lvl7pPr>
            <a:lvl8pPr>
              <a:defRPr sz="3600" b="1">
                <a:solidFill>
                  <a:srgbClr val="F4F7F6"/>
                </a:solidFill>
                <a:latin typeface="Arial"/>
                <a:ea typeface="Arial"/>
                <a:cs typeface="Arial"/>
              </a:defRPr>
            </a:lvl8pPr>
            <a:lvl9pPr>
              <a:defRPr sz="3600" b="1">
                <a:solidFill>
                  <a:srgbClr val="F4F7F6"/>
                </a:solidFill>
                <a:latin typeface="Arial"/>
                <a:ea typeface="Arial"/>
                <a:cs typeface="Arial"/>
              </a:defRPr>
            </a:lvl9pPr>
          </a:lstStyle>
          <a:p xmlns:a="http://schemas.openxmlformats.org/drawingml/2006/main">
            <a:pPr>
              <a:defRPr sz="3600" b="1">
                <a:solidFill>
                  <a:srgbClr val="F4F7F6"/>
                </a:solidFill>
                <a:latin typeface="Arial"/>
                <a:ea typeface="Arial"/>
                <a:cs typeface="Arial"/>
              </a:defRPr>
            </a:pPr>
            <a:r>
              <a:rPr sz="3600" b="1">
                <a:solidFill>
                  <a:srgbClr val="F4F7F6"/>
                </a:solidFill>
                <a:latin typeface="Arial"/>
                <a:ea typeface="Arial"/>
                <a:cs typeface="Arial"/>
              </a:rPr>
              <a:t>O problemă. Dovezile. O procedură mai bună.</a:t>
            </a:r>
          </a:p>
        </p:txBody>
      </p:sp>
      <p:sp>
        <p:nvSpPr>
          <p:cNvPr id="4" name="step-number">
            <a:extLst xmlns:a="http://schemas.openxmlformats.org/drawingml/2006/main">
              <a:ext uri="{FF2B5EF4-FFF2-40B4-BE49-F238E27FC236}">
                <a16:creationId xmlns:a16="http://schemas.microsoft.com/office/drawing/2014/main" id="{A3BB55E6-529F-47F8-BE75-73B9065F9FD3}"/>
              </a:ext>
            </a:extLst>
          </p:cNvPr>
          <p:cNvSpPr>
            <a:spLocks xmlns:a="http://schemas.openxmlformats.org/drawingml/2006/main" noGrp="1"/>
          </p:cNvSpPr>
          <p:nvPr/>
        </p:nvSpPr>
        <p:spPr>
          <a:xfrm xmlns:a="http://schemas.openxmlformats.org/drawingml/2006/main">
            <a:off x="647700" y="2352675"/>
            <a:ext cx="1000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71E6BB"/>
                </a:solidFill>
                <a:latin typeface="Arial"/>
                <a:ea typeface="Arial"/>
                <a:cs typeface="Arial"/>
              </a:defRPr>
            </a:defPPr>
            <a:lvl1pPr>
              <a:defRPr sz="3150" b="1">
                <a:solidFill>
                  <a:srgbClr val="71E6BB"/>
                </a:solidFill>
                <a:latin typeface="Arial"/>
                <a:ea typeface="Arial"/>
                <a:cs typeface="Arial"/>
              </a:defRPr>
            </a:lvl1pPr>
            <a:lvl2pPr>
              <a:defRPr sz="3150" b="1">
                <a:solidFill>
                  <a:srgbClr val="71E6BB"/>
                </a:solidFill>
                <a:latin typeface="Arial"/>
                <a:ea typeface="Arial"/>
                <a:cs typeface="Arial"/>
              </a:defRPr>
            </a:lvl2pPr>
            <a:lvl3pPr>
              <a:defRPr sz="3150" b="1">
                <a:solidFill>
                  <a:srgbClr val="71E6BB"/>
                </a:solidFill>
                <a:latin typeface="Arial"/>
                <a:ea typeface="Arial"/>
                <a:cs typeface="Arial"/>
              </a:defRPr>
            </a:lvl3pPr>
            <a:lvl4pPr>
              <a:defRPr sz="3150" b="1">
                <a:solidFill>
                  <a:srgbClr val="71E6BB"/>
                </a:solidFill>
                <a:latin typeface="Arial"/>
                <a:ea typeface="Arial"/>
                <a:cs typeface="Arial"/>
              </a:defRPr>
            </a:lvl4pPr>
            <a:lvl5pPr>
              <a:defRPr sz="3150" b="1">
                <a:solidFill>
                  <a:srgbClr val="71E6BB"/>
                </a:solidFill>
                <a:latin typeface="Arial"/>
                <a:ea typeface="Arial"/>
                <a:cs typeface="Arial"/>
              </a:defRPr>
            </a:lvl5pPr>
            <a:lvl6pPr>
              <a:defRPr sz="3150" b="1">
                <a:solidFill>
                  <a:srgbClr val="71E6BB"/>
                </a:solidFill>
                <a:latin typeface="Arial"/>
                <a:ea typeface="Arial"/>
                <a:cs typeface="Arial"/>
              </a:defRPr>
            </a:lvl6pPr>
            <a:lvl7pPr>
              <a:defRPr sz="3150" b="1">
                <a:solidFill>
                  <a:srgbClr val="71E6BB"/>
                </a:solidFill>
                <a:latin typeface="Arial"/>
                <a:ea typeface="Arial"/>
                <a:cs typeface="Arial"/>
              </a:defRPr>
            </a:lvl7pPr>
            <a:lvl8pPr>
              <a:defRPr sz="3150" b="1">
                <a:solidFill>
                  <a:srgbClr val="71E6BB"/>
                </a:solidFill>
                <a:latin typeface="Arial"/>
                <a:ea typeface="Arial"/>
                <a:cs typeface="Arial"/>
              </a:defRPr>
            </a:lvl8pPr>
            <a:lvl9pPr>
              <a:defRPr sz="3150" b="1">
                <a:solidFill>
                  <a:srgbClr val="71E6BB"/>
                </a:solidFill>
                <a:latin typeface="Arial"/>
                <a:ea typeface="Arial"/>
                <a:cs typeface="Arial"/>
              </a:defRPr>
            </a:lvl9pPr>
          </a:lstStyle>
          <a:p xmlns:a="http://schemas.openxmlformats.org/drawingml/2006/main">
            <a:pPr>
              <a:defRPr sz="3150" b="1">
                <a:solidFill>
                  <a:srgbClr val="71E6BB"/>
                </a:solidFill>
                <a:latin typeface="Arial"/>
                <a:ea typeface="Arial"/>
                <a:cs typeface="Arial"/>
              </a:defRPr>
            </a:pPr>
            <a:r>
              <a:rPr sz="3150" b="1">
                <a:solidFill>
                  <a:srgbClr val="71E6BB"/>
                </a:solidFill>
                <a:latin typeface="Arial"/>
                <a:ea typeface="Arial"/>
                <a:cs typeface="Arial"/>
              </a:rPr>
              <a:t>01</a:t>
            </a:r>
          </a:p>
        </p:txBody>
      </p:sp>
      <p:sp>
        <p:nvSpPr>
          <p:cNvPr id="5" name="step-body">
            <a:extLst xmlns:a="http://schemas.openxmlformats.org/drawingml/2006/main">
              <a:ext uri="{FF2B5EF4-FFF2-40B4-BE49-F238E27FC236}">
                <a16:creationId xmlns:a16="http://schemas.microsoft.com/office/drawing/2014/main" id="{029A4F63-4E87-4DB0-9BF2-D74A83382D81}"/>
              </a:ext>
            </a:extLst>
          </p:cNvPr>
          <p:cNvSpPr>
            <a:spLocks xmlns:a="http://schemas.openxmlformats.org/drawingml/2006/main" noGrp="1"/>
          </p:cNvSpPr>
          <p:nvPr/>
        </p:nvSpPr>
        <p:spPr>
          <a:xfrm xmlns:a="http://schemas.openxmlformats.org/drawingml/2006/main">
            <a:off x="1809750" y="235267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F4F7F6"/>
                </a:solidFill>
                <a:latin typeface="Arial"/>
                <a:ea typeface="Arial"/>
                <a:cs typeface="Arial"/>
              </a:defRPr>
            </a:defPPr>
            <a:lvl1pPr>
              <a:defRPr sz="2550" b="0">
                <a:solidFill>
                  <a:srgbClr val="F4F7F6"/>
                </a:solidFill>
                <a:latin typeface="Arial"/>
                <a:ea typeface="Arial"/>
                <a:cs typeface="Arial"/>
              </a:defRPr>
            </a:lvl1pPr>
            <a:lvl2pPr>
              <a:defRPr sz="2550" b="0">
                <a:solidFill>
                  <a:srgbClr val="F4F7F6"/>
                </a:solidFill>
                <a:latin typeface="Arial"/>
                <a:ea typeface="Arial"/>
                <a:cs typeface="Arial"/>
              </a:defRPr>
            </a:lvl2pPr>
            <a:lvl3pPr>
              <a:defRPr sz="2550" b="0">
                <a:solidFill>
                  <a:srgbClr val="F4F7F6"/>
                </a:solidFill>
                <a:latin typeface="Arial"/>
                <a:ea typeface="Arial"/>
                <a:cs typeface="Arial"/>
              </a:defRPr>
            </a:lvl3pPr>
            <a:lvl4pPr>
              <a:defRPr sz="2550" b="0">
                <a:solidFill>
                  <a:srgbClr val="F4F7F6"/>
                </a:solidFill>
                <a:latin typeface="Arial"/>
                <a:ea typeface="Arial"/>
                <a:cs typeface="Arial"/>
              </a:defRPr>
            </a:lvl4pPr>
            <a:lvl5pPr>
              <a:defRPr sz="2550" b="0">
                <a:solidFill>
                  <a:srgbClr val="F4F7F6"/>
                </a:solidFill>
                <a:latin typeface="Arial"/>
                <a:ea typeface="Arial"/>
                <a:cs typeface="Arial"/>
              </a:defRPr>
            </a:lvl5pPr>
            <a:lvl6pPr>
              <a:defRPr sz="2550" b="0">
                <a:solidFill>
                  <a:srgbClr val="F4F7F6"/>
                </a:solidFill>
                <a:latin typeface="Arial"/>
                <a:ea typeface="Arial"/>
                <a:cs typeface="Arial"/>
              </a:defRPr>
            </a:lvl6pPr>
            <a:lvl7pPr>
              <a:defRPr sz="2550" b="0">
                <a:solidFill>
                  <a:srgbClr val="F4F7F6"/>
                </a:solidFill>
                <a:latin typeface="Arial"/>
                <a:ea typeface="Arial"/>
                <a:cs typeface="Arial"/>
              </a:defRPr>
            </a:lvl7pPr>
            <a:lvl8pPr>
              <a:defRPr sz="2550" b="0">
                <a:solidFill>
                  <a:srgbClr val="F4F7F6"/>
                </a:solidFill>
                <a:latin typeface="Arial"/>
                <a:ea typeface="Arial"/>
                <a:cs typeface="Arial"/>
              </a:defRPr>
            </a:lvl8pPr>
            <a:lvl9pPr>
              <a:defRPr sz="2550" b="0">
                <a:solidFill>
                  <a:srgbClr val="F4F7F6"/>
                </a:solidFill>
                <a:latin typeface="Arial"/>
                <a:ea typeface="Arial"/>
                <a:cs typeface="Arial"/>
              </a:defRPr>
            </a:lvl9pPr>
          </a:lstStyle>
          <a:p xmlns:a="http://schemas.openxmlformats.org/drawingml/2006/main">
            <a:pPr>
              <a:defRPr sz="2550" b="0">
                <a:solidFill>
                  <a:srgbClr val="F4F7F6"/>
                </a:solidFill>
                <a:latin typeface="Arial"/>
                <a:ea typeface="Arial"/>
                <a:cs typeface="Arial"/>
              </a:defRPr>
            </a:pPr>
            <a:r>
              <a:rPr sz="2550" b="0">
                <a:solidFill>
                  <a:srgbClr val="F4F7F6"/>
                </a:solidFill>
                <a:latin typeface="Arial"/>
                <a:ea typeface="Arial"/>
                <a:cs typeface="Arial"/>
              </a:rPr>
              <a:t>Deschidem întârzierea și operațiunea din registru</a:t>
            </a:r>
          </a:p>
        </p:txBody>
      </p:sp>
      <p:sp>
        <p:nvSpPr>
          <p:cNvPr id="6" name="step-number">
            <a:extLst xmlns:a="http://schemas.openxmlformats.org/drawingml/2006/main">
              <a:ext uri="{FF2B5EF4-FFF2-40B4-BE49-F238E27FC236}">
                <a16:creationId xmlns:a16="http://schemas.microsoft.com/office/drawing/2014/main" id="{487933B6-A6B4-40B2-BE79-FC7D3CDB9E88}"/>
              </a:ext>
            </a:extLst>
          </p:cNvPr>
          <p:cNvSpPr>
            <a:spLocks xmlns:a="http://schemas.openxmlformats.org/drawingml/2006/main" noGrp="1"/>
          </p:cNvSpPr>
          <p:nvPr/>
        </p:nvSpPr>
        <p:spPr>
          <a:xfrm xmlns:a="http://schemas.openxmlformats.org/drawingml/2006/main">
            <a:off x="647700" y="3381375"/>
            <a:ext cx="1000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71E6BB"/>
                </a:solidFill>
                <a:latin typeface="Arial"/>
                <a:ea typeface="Arial"/>
                <a:cs typeface="Arial"/>
              </a:defRPr>
            </a:defPPr>
            <a:lvl1pPr>
              <a:defRPr sz="3150" b="1">
                <a:solidFill>
                  <a:srgbClr val="71E6BB"/>
                </a:solidFill>
                <a:latin typeface="Arial"/>
                <a:ea typeface="Arial"/>
                <a:cs typeface="Arial"/>
              </a:defRPr>
            </a:lvl1pPr>
            <a:lvl2pPr>
              <a:defRPr sz="3150" b="1">
                <a:solidFill>
                  <a:srgbClr val="71E6BB"/>
                </a:solidFill>
                <a:latin typeface="Arial"/>
                <a:ea typeface="Arial"/>
                <a:cs typeface="Arial"/>
              </a:defRPr>
            </a:lvl2pPr>
            <a:lvl3pPr>
              <a:defRPr sz="3150" b="1">
                <a:solidFill>
                  <a:srgbClr val="71E6BB"/>
                </a:solidFill>
                <a:latin typeface="Arial"/>
                <a:ea typeface="Arial"/>
                <a:cs typeface="Arial"/>
              </a:defRPr>
            </a:lvl3pPr>
            <a:lvl4pPr>
              <a:defRPr sz="3150" b="1">
                <a:solidFill>
                  <a:srgbClr val="71E6BB"/>
                </a:solidFill>
                <a:latin typeface="Arial"/>
                <a:ea typeface="Arial"/>
                <a:cs typeface="Arial"/>
              </a:defRPr>
            </a:lvl4pPr>
            <a:lvl5pPr>
              <a:defRPr sz="3150" b="1">
                <a:solidFill>
                  <a:srgbClr val="71E6BB"/>
                </a:solidFill>
                <a:latin typeface="Arial"/>
                <a:ea typeface="Arial"/>
                <a:cs typeface="Arial"/>
              </a:defRPr>
            </a:lvl5pPr>
            <a:lvl6pPr>
              <a:defRPr sz="3150" b="1">
                <a:solidFill>
                  <a:srgbClr val="71E6BB"/>
                </a:solidFill>
                <a:latin typeface="Arial"/>
                <a:ea typeface="Arial"/>
                <a:cs typeface="Arial"/>
              </a:defRPr>
            </a:lvl6pPr>
            <a:lvl7pPr>
              <a:defRPr sz="3150" b="1">
                <a:solidFill>
                  <a:srgbClr val="71E6BB"/>
                </a:solidFill>
                <a:latin typeface="Arial"/>
                <a:ea typeface="Arial"/>
                <a:cs typeface="Arial"/>
              </a:defRPr>
            </a:lvl7pPr>
            <a:lvl8pPr>
              <a:defRPr sz="3150" b="1">
                <a:solidFill>
                  <a:srgbClr val="71E6BB"/>
                </a:solidFill>
                <a:latin typeface="Arial"/>
                <a:ea typeface="Arial"/>
                <a:cs typeface="Arial"/>
              </a:defRPr>
            </a:lvl8pPr>
            <a:lvl9pPr>
              <a:defRPr sz="3150" b="1">
                <a:solidFill>
                  <a:srgbClr val="71E6BB"/>
                </a:solidFill>
                <a:latin typeface="Arial"/>
                <a:ea typeface="Arial"/>
                <a:cs typeface="Arial"/>
              </a:defRPr>
            </a:lvl9pPr>
          </a:lstStyle>
          <a:p xmlns:a="http://schemas.openxmlformats.org/drawingml/2006/main">
            <a:pPr>
              <a:defRPr sz="3150" b="1">
                <a:solidFill>
                  <a:srgbClr val="71E6BB"/>
                </a:solidFill>
                <a:latin typeface="Arial"/>
                <a:ea typeface="Arial"/>
                <a:cs typeface="Arial"/>
              </a:defRPr>
            </a:pPr>
            <a:r>
              <a:rPr sz="3150" b="1">
                <a:solidFill>
                  <a:srgbClr val="71E6BB"/>
                </a:solidFill>
                <a:latin typeface="Arial"/>
                <a:ea typeface="Arial"/>
                <a:cs typeface="Arial"/>
              </a:rPr>
              <a:t>02</a:t>
            </a:r>
          </a:p>
        </p:txBody>
      </p:sp>
      <p:sp>
        <p:nvSpPr>
          <p:cNvPr id="7" name="step-body">
            <a:extLst xmlns:a="http://schemas.openxmlformats.org/drawingml/2006/main">
              <a:ext uri="{FF2B5EF4-FFF2-40B4-BE49-F238E27FC236}">
                <a16:creationId xmlns:a16="http://schemas.microsoft.com/office/drawing/2014/main" id="{A2852261-9ABC-445D-A94F-06AA90FCC6CC}"/>
              </a:ext>
            </a:extLst>
          </p:cNvPr>
          <p:cNvSpPr>
            <a:spLocks xmlns:a="http://schemas.openxmlformats.org/drawingml/2006/main" noGrp="1"/>
          </p:cNvSpPr>
          <p:nvPr/>
        </p:nvSpPr>
        <p:spPr>
          <a:xfrm xmlns:a="http://schemas.openxmlformats.org/drawingml/2006/main">
            <a:off x="1809750" y="338137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F4F7F6"/>
                </a:solidFill>
                <a:latin typeface="Arial"/>
                <a:ea typeface="Arial"/>
                <a:cs typeface="Arial"/>
              </a:defRPr>
            </a:defPPr>
            <a:lvl1pPr>
              <a:defRPr sz="2550" b="0">
                <a:solidFill>
                  <a:srgbClr val="F4F7F6"/>
                </a:solidFill>
                <a:latin typeface="Arial"/>
                <a:ea typeface="Arial"/>
                <a:cs typeface="Arial"/>
              </a:defRPr>
            </a:lvl1pPr>
            <a:lvl2pPr>
              <a:defRPr sz="2550" b="0">
                <a:solidFill>
                  <a:srgbClr val="F4F7F6"/>
                </a:solidFill>
                <a:latin typeface="Arial"/>
                <a:ea typeface="Arial"/>
                <a:cs typeface="Arial"/>
              </a:defRPr>
            </a:lvl2pPr>
            <a:lvl3pPr>
              <a:defRPr sz="2550" b="0">
                <a:solidFill>
                  <a:srgbClr val="F4F7F6"/>
                </a:solidFill>
                <a:latin typeface="Arial"/>
                <a:ea typeface="Arial"/>
                <a:cs typeface="Arial"/>
              </a:defRPr>
            </a:lvl3pPr>
            <a:lvl4pPr>
              <a:defRPr sz="2550" b="0">
                <a:solidFill>
                  <a:srgbClr val="F4F7F6"/>
                </a:solidFill>
                <a:latin typeface="Arial"/>
                <a:ea typeface="Arial"/>
                <a:cs typeface="Arial"/>
              </a:defRPr>
            </a:lvl4pPr>
            <a:lvl5pPr>
              <a:defRPr sz="2550" b="0">
                <a:solidFill>
                  <a:srgbClr val="F4F7F6"/>
                </a:solidFill>
                <a:latin typeface="Arial"/>
                <a:ea typeface="Arial"/>
                <a:cs typeface="Arial"/>
              </a:defRPr>
            </a:lvl5pPr>
            <a:lvl6pPr>
              <a:defRPr sz="2550" b="0">
                <a:solidFill>
                  <a:srgbClr val="F4F7F6"/>
                </a:solidFill>
                <a:latin typeface="Arial"/>
                <a:ea typeface="Arial"/>
                <a:cs typeface="Arial"/>
              </a:defRPr>
            </a:lvl6pPr>
            <a:lvl7pPr>
              <a:defRPr sz="2550" b="0">
                <a:solidFill>
                  <a:srgbClr val="F4F7F6"/>
                </a:solidFill>
                <a:latin typeface="Arial"/>
                <a:ea typeface="Arial"/>
                <a:cs typeface="Arial"/>
              </a:defRPr>
            </a:lvl7pPr>
            <a:lvl8pPr>
              <a:defRPr sz="2550" b="0">
                <a:solidFill>
                  <a:srgbClr val="F4F7F6"/>
                </a:solidFill>
                <a:latin typeface="Arial"/>
                <a:ea typeface="Arial"/>
                <a:cs typeface="Arial"/>
              </a:defRPr>
            </a:lvl8pPr>
            <a:lvl9pPr>
              <a:defRPr sz="2550" b="0">
                <a:solidFill>
                  <a:srgbClr val="F4F7F6"/>
                </a:solidFill>
                <a:latin typeface="Arial"/>
                <a:ea typeface="Arial"/>
                <a:cs typeface="Arial"/>
              </a:defRPr>
            </a:lvl9pPr>
          </a:lstStyle>
          <a:p xmlns:a="http://schemas.openxmlformats.org/drawingml/2006/main">
            <a:pPr>
              <a:defRPr sz="2550" b="0">
                <a:solidFill>
                  <a:srgbClr val="F4F7F6"/>
                </a:solidFill>
                <a:latin typeface="Arial"/>
                <a:ea typeface="Arial"/>
                <a:cs typeface="Arial"/>
              </a:defRPr>
            </a:pPr>
            <a:r>
              <a:rPr sz="2550" b="0">
                <a:solidFill>
                  <a:srgbClr val="F4F7F6"/>
                </a:solidFill>
                <a:latin typeface="Arial"/>
                <a:ea typeface="Arial"/>
                <a:cs typeface="Arial"/>
              </a:rPr>
              <a:t>Verificăm propunerea SOP și sursele ei</a:t>
            </a:r>
          </a:p>
        </p:txBody>
      </p:sp>
      <p:sp>
        <p:nvSpPr>
          <p:cNvPr id="8" name="step-number">
            <a:extLst xmlns:a="http://schemas.openxmlformats.org/drawingml/2006/main">
              <a:ext uri="{FF2B5EF4-FFF2-40B4-BE49-F238E27FC236}">
                <a16:creationId xmlns:a16="http://schemas.microsoft.com/office/drawing/2014/main" id="{9217E5E8-E152-4180-BFA7-5897991D33B5}"/>
              </a:ext>
            </a:extLst>
          </p:cNvPr>
          <p:cNvSpPr>
            <a:spLocks xmlns:a="http://schemas.openxmlformats.org/drawingml/2006/main" noGrp="1"/>
          </p:cNvSpPr>
          <p:nvPr/>
        </p:nvSpPr>
        <p:spPr>
          <a:xfrm xmlns:a="http://schemas.openxmlformats.org/drawingml/2006/main">
            <a:off x="647700" y="4410075"/>
            <a:ext cx="1000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71E6BB"/>
                </a:solidFill>
                <a:latin typeface="Arial"/>
                <a:ea typeface="Arial"/>
                <a:cs typeface="Arial"/>
              </a:defRPr>
            </a:defPPr>
            <a:lvl1pPr>
              <a:defRPr sz="3150" b="1">
                <a:solidFill>
                  <a:srgbClr val="71E6BB"/>
                </a:solidFill>
                <a:latin typeface="Arial"/>
                <a:ea typeface="Arial"/>
                <a:cs typeface="Arial"/>
              </a:defRPr>
            </a:lvl1pPr>
            <a:lvl2pPr>
              <a:defRPr sz="3150" b="1">
                <a:solidFill>
                  <a:srgbClr val="71E6BB"/>
                </a:solidFill>
                <a:latin typeface="Arial"/>
                <a:ea typeface="Arial"/>
                <a:cs typeface="Arial"/>
              </a:defRPr>
            </a:lvl2pPr>
            <a:lvl3pPr>
              <a:defRPr sz="3150" b="1">
                <a:solidFill>
                  <a:srgbClr val="71E6BB"/>
                </a:solidFill>
                <a:latin typeface="Arial"/>
                <a:ea typeface="Arial"/>
                <a:cs typeface="Arial"/>
              </a:defRPr>
            </a:lvl3pPr>
            <a:lvl4pPr>
              <a:defRPr sz="3150" b="1">
                <a:solidFill>
                  <a:srgbClr val="71E6BB"/>
                </a:solidFill>
                <a:latin typeface="Arial"/>
                <a:ea typeface="Arial"/>
                <a:cs typeface="Arial"/>
              </a:defRPr>
            </a:lvl4pPr>
            <a:lvl5pPr>
              <a:defRPr sz="3150" b="1">
                <a:solidFill>
                  <a:srgbClr val="71E6BB"/>
                </a:solidFill>
                <a:latin typeface="Arial"/>
                <a:ea typeface="Arial"/>
                <a:cs typeface="Arial"/>
              </a:defRPr>
            </a:lvl5pPr>
            <a:lvl6pPr>
              <a:defRPr sz="3150" b="1">
                <a:solidFill>
                  <a:srgbClr val="71E6BB"/>
                </a:solidFill>
                <a:latin typeface="Arial"/>
                <a:ea typeface="Arial"/>
                <a:cs typeface="Arial"/>
              </a:defRPr>
            </a:lvl6pPr>
            <a:lvl7pPr>
              <a:defRPr sz="3150" b="1">
                <a:solidFill>
                  <a:srgbClr val="71E6BB"/>
                </a:solidFill>
                <a:latin typeface="Arial"/>
                <a:ea typeface="Arial"/>
                <a:cs typeface="Arial"/>
              </a:defRPr>
            </a:lvl7pPr>
            <a:lvl8pPr>
              <a:defRPr sz="3150" b="1">
                <a:solidFill>
                  <a:srgbClr val="71E6BB"/>
                </a:solidFill>
                <a:latin typeface="Arial"/>
                <a:ea typeface="Arial"/>
                <a:cs typeface="Arial"/>
              </a:defRPr>
            </a:lvl8pPr>
            <a:lvl9pPr>
              <a:defRPr sz="3150" b="1">
                <a:solidFill>
                  <a:srgbClr val="71E6BB"/>
                </a:solidFill>
                <a:latin typeface="Arial"/>
                <a:ea typeface="Arial"/>
                <a:cs typeface="Arial"/>
              </a:defRPr>
            </a:lvl9pPr>
          </a:lstStyle>
          <a:p xmlns:a="http://schemas.openxmlformats.org/drawingml/2006/main">
            <a:pPr>
              <a:defRPr sz="3150" b="1">
                <a:solidFill>
                  <a:srgbClr val="71E6BB"/>
                </a:solidFill>
                <a:latin typeface="Arial"/>
                <a:ea typeface="Arial"/>
                <a:cs typeface="Arial"/>
              </a:defRPr>
            </a:pPr>
            <a:r>
              <a:rPr sz="3150" b="1">
                <a:solidFill>
                  <a:srgbClr val="71E6BB"/>
                </a:solidFill>
                <a:latin typeface="Arial"/>
                <a:ea typeface="Arial"/>
                <a:cs typeface="Arial"/>
              </a:rPr>
              <a:t>03</a:t>
            </a:r>
          </a:p>
        </p:txBody>
      </p:sp>
      <p:sp>
        <p:nvSpPr>
          <p:cNvPr id="9" name="step-body">
            <a:extLst xmlns:a="http://schemas.openxmlformats.org/drawingml/2006/main">
              <a:ext uri="{FF2B5EF4-FFF2-40B4-BE49-F238E27FC236}">
                <a16:creationId xmlns:a16="http://schemas.microsoft.com/office/drawing/2014/main" id="{09914D99-9B49-4BBD-86E5-C0F511394F87}"/>
              </a:ext>
            </a:extLst>
          </p:cNvPr>
          <p:cNvSpPr>
            <a:spLocks xmlns:a="http://schemas.openxmlformats.org/drawingml/2006/main" noGrp="1"/>
          </p:cNvSpPr>
          <p:nvPr/>
        </p:nvSpPr>
        <p:spPr>
          <a:xfrm xmlns:a="http://schemas.openxmlformats.org/drawingml/2006/main">
            <a:off x="1809750" y="441007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F4F7F6"/>
                </a:solidFill>
                <a:latin typeface="Arial"/>
                <a:ea typeface="Arial"/>
                <a:cs typeface="Arial"/>
              </a:defRPr>
            </a:defPPr>
            <a:lvl1pPr>
              <a:defRPr sz="2550" b="0">
                <a:solidFill>
                  <a:srgbClr val="F4F7F6"/>
                </a:solidFill>
                <a:latin typeface="Arial"/>
                <a:ea typeface="Arial"/>
                <a:cs typeface="Arial"/>
              </a:defRPr>
            </a:lvl1pPr>
            <a:lvl2pPr>
              <a:defRPr sz="2550" b="0">
                <a:solidFill>
                  <a:srgbClr val="F4F7F6"/>
                </a:solidFill>
                <a:latin typeface="Arial"/>
                <a:ea typeface="Arial"/>
                <a:cs typeface="Arial"/>
              </a:defRPr>
            </a:lvl2pPr>
            <a:lvl3pPr>
              <a:defRPr sz="2550" b="0">
                <a:solidFill>
                  <a:srgbClr val="F4F7F6"/>
                </a:solidFill>
                <a:latin typeface="Arial"/>
                <a:ea typeface="Arial"/>
                <a:cs typeface="Arial"/>
              </a:defRPr>
            </a:lvl3pPr>
            <a:lvl4pPr>
              <a:defRPr sz="2550" b="0">
                <a:solidFill>
                  <a:srgbClr val="F4F7F6"/>
                </a:solidFill>
                <a:latin typeface="Arial"/>
                <a:ea typeface="Arial"/>
                <a:cs typeface="Arial"/>
              </a:defRPr>
            </a:lvl4pPr>
            <a:lvl5pPr>
              <a:defRPr sz="2550" b="0">
                <a:solidFill>
                  <a:srgbClr val="F4F7F6"/>
                </a:solidFill>
                <a:latin typeface="Arial"/>
                <a:ea typeface="Arial"/>
                <a:cs typeface="Arial"/>
              </a:defRPr>
            </a:lvl5pPr>
            <a:lvl6pPr>
              <a:defRPr sz="2550" b="0">
                <a:solidFill>
                  <a:srgbClr val="F4F7F6"/>
                </a:solidFill>
                <a:latin typeface="Arial"/>
                <a:ea typeface="Arial"/>
                <a:cs typeface="Arial"/>
              </a:defRPr>
            </a:lvl6pPr>
            <a:lvl7pPr>
              <a:defRPr sz="2550" b="0">
                <a:solidFill>
                  <a:srgbClr val="F4F7F6"/>
                </a:solidFill>
                <a:latin typeface="Arial"/>
                <a:ea typeface="Arial"/>
                <a:cs typeface="Arial"/>
              </a:defRPr>
            </a:lvl7pPr>
            <a:lvl8pPr>
              <a:defRPr sz="2550" b="0">
                <a:solidFill>
                  <a:srgbClr val="F4F7F6"/>
                </a:solidFill>
                <a:latin typeface="Arial"/>
                <a:ea typeface="Arial"/>
                <a:cs typeface="Arial"/>
              </a:defRPr>
            </a:lvl8pPr>
            <a:lvl9pPr>
              <a:defRPr sz="2550" b="0">
                <a:solidFill>
                  <a:srgbClr val="F4F7F6"/>
                </a:solidFill>
                <a:latin typeface="Arial"/>
                <a:ea typeface="Arial"/>
                <a:cs typeface="Arial"/>
              </a:defRPr>
            </a:lvl9pPr>
          </a:lstStyle>
          <a:p xmlns:a="http://schemas.openxmlformats.org/drawingml/2006/main">
            <a:pPr>
              <a:defRPr sz="2550" b="0">
                <a:solidFill>
                  <a:srgbClr val="F4F7F6"/>
                </a:solidFill>
                <a:latin typeface="Arial"/>
                <a:ea typeface="Arial"/>
                <a:cs typeface="Arial"/>
              </a:defRPr>
            </a:pPr>
            <a:r>
              <a:rPr sz="2550" b="0">
                <a:solidFill>
                  <a:srgbClr val="F4F7F6"/>
                </a:solidFill>
                <a:latin typeface="Arial"/>
                <a:ea typeface="Arial"/>
                <a:cs typeface="Arial"/>
              </a:rPr>
              <a:t>Deschidem copia autorizată la aeroportul partener</a:t>
            </a:r>
          </a:p>
        </p:txBody>
      </p:sp>
      <p:sp>
        <p:nvSpPr>
          <p:cNvPr id="10" name="duration">
            <a:extLst xmlns:a="http://schemas.openxmlformats.org/drawingml/2006/main">
              <a:ext uri="{FF2B5EF4-FFF2-40B4-BE49-F238E27FC236}">
                <a16:creationId xmlns:a16="http://schemas.microsoft.com/office/drawing/2014/main" id="{CF91285E-78F1-4B17-9231-FD6A34D402CD}"/>
              </a:ext>
            </a:extLst>
          </p:cNvPr>
          <p:cNvSpPr>
            <a:spLocks xmlns:a="http://schemas.openxmlformats.org/drawingml/2006/main" noGrp="1"/>
          </p:cNvSpPr>
          <p:nvPr/>
        </p:nvSpPr>
        <p:spPr>
          <a:xfrm xmlns:a="http://schemas.openxmlformats.org/drawingml/2006/main">
            <a:off x="1809750" y="58102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A8BFC9"/>
                </a:solidFill>
                <a:latin typeface="Arial"/>
                <a:ea typeface="Arial"/>
                <a:cs typeface="Arial"/>
              </a:defRPr>
            </a:defPPr>
            <a:lvl1pPr>
              <a:defRPr sz="1800" b="0">
                <a:solidFill>
                  <a:srgbClr val="A8BFC9"/>
                </a:solidFill>
                <a:latin typeface="Arial"/>
                <a:ea typeface="Arial"/>
                <a:cs typeface="Arial"/>
              </a:defRPr>
            </a:lvl1pPr>
            <a:lvl2pPr>
              <a:defRPr sz="1800" b="0">
                <a:solidFill>
                  <a:srgbClr val="A8BFC9"/>
                </a:solidFill>
                <a:latin typeface="Arial"/>
                <a:ea typeface="Arial"/>
                <a:cs typeface="Arial"/>
              </a:defRPr>
            </a:lvl2pPr>
            <a:lvl3pPr>
              <a:defRPr sz="1800" b="0">
                <a:solidFill>
                  <a:srgbClr val="A8BFC9"/>
                </a:solidFill>
                <a:latin typeface="Arial"/>
                <a:ea typeface="Arial"/>
                <a:cs typeface="Arial"/>
              </a:defRPr>
            </a:lvl3pPr>
            <a:lvl4pPr>
              <a:defRPr sz="1800" b="0">
                <a:solidFill>
                  <a:srgbClr val="A8BFC9"/>
                </a:solidFill>
                <a:latin typeface="Arial"/>
                <a:ea typeface="Arial"/>
                <a:cs typeface="Arial"/>
              </a:defRPr>
            </a:lvl4pPr>
            <a:lvl5pPr>
              <a:defRPr sz="1800" b="0">
                <a:solidFill>
                  <a:srgbClr val="A8BFC9"/>
                </a:solidFill>
                <a:latin typeface="Arial"/>
                <a:ea typeface="Arial"/>
                <a:cs typeface="Arial"/>
              </a:defRPr>
            </a:lvl5pPr>
            <a:lvl6pPr>
              <a:defRPr sz="1800" b="0">
                <a:solidFill>
                  <a:srgbClr val="A8BFC9"/>
                </a:solidFill>
                <a:latin typeface="Arial"/>
                <a:ea typeface="Arial"/>
                <a:cs typeface="Arial"/>
              </a:defRPr>
            </a:lvl6pPr>
            <a:lvl7pPr>
              <a:defRPr sz="1800" b="0">
                <a:solidFill>
                  <a:srgbClr val="A8BFC9"/>
                </a:solidFill>
                <a:latin typeface="Arial"/>
                <a:ea typeface="Arial"/>
                <a:cs typeface="Arial"/>
              </a:defRPr>
            </a:lvl7pPr>
            <a:lvl8pPr>
              <a:defRPr sz="1800" b="0">
                <a:solidFill>
                  <a:srgbClr val="A8BFC9"/>
                </a:solidFill>
                <a:latin typeface="Arial"/>
                <a:ea typeface="Arial"/>
                <a:cs typeface="Arial"/>
              </a:defRPr>
            </a:lvl8pPr>
            <a:lvl9pPr>
              <a:defRPr sz="1800" b="0">
                <a:solidFill>
                  <a:srgbClr val="A8BFC9"/>
                </a:solidFill>
                <a:latin typeface="Arial"/>
                <a:ea typeface="Arial"/>
                <a:cs typeface="Arial"/>
              </a:defRPr>
            </a:lvl9pPr>
          </a:lstStyle>
          <a:p xmlns:a="http://schemas.openxmlformats.org/drawingml/2006/main">
            <a:pPr>
              <a:defRPr sz="1800" b="0">
                <a:solidFill>
                  <a:srgbClr val="A8BFC9"/>
                </a:solidFill>
                <a:latin typeface="Arial"/>
                <a:ea typeface="Arial"/>
                <a:cs typeface="Arial"/>
              </a:defRPr>
            </a:pPr>
            <a:r>
              <a:rPr sz="1800" b="0">
                <a:solidFill>
                  <a:srgbClr val="A8BFC9"/>
                </a:solidFill>
                <a:latin typeface="Arial"/>
                <a:ea typeface="Arial"/>
                <a:cs typeface="Arial"/>
              </a:rPr>
              <a:t>Demonstrație live: 75 de secunde</a:t>
            </a:r>
          </a:p>
        </p:txBody>
      </p:sp>
    </p:spTree>
    <p:extLst>
      <p:ext uri="{BB962C8B-B14F-4D97-AF65-F5344CB8AC3E}">
        <p14:creationId xmlns:p14="http://schemas.microsoft.com/office/powerpoint/2010/main" val="979391785"/>
      </p:ext>
    </p:extLst>
  </p:cSld>
</p:sld>
</file>

<file path=ppt/slides/slide10.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7" name="brand-footer">
            <a:extLst xmlns:a="http://schemas.openxmlformats.org/drawingml/2006/main">
              <a:ext uri="{FF2B5EF4-FFF2-40B4-BE49-F238E27FC236}">
                <a16:creationId xmlns:a16="http://schemas.microsoft.com/office/drawing/2014/main" id="{9E66C3E8-3625-4EC1-BCE5-2FA765FB50AA}"/>
              </a:ext>
            </a:extLst>
          </p:cNvPr>
          <p:cNvSpPr>
            <a:spLocks xmlns:a="http://schemas.openxmlformats.org/drawingml/2006/main" noGrp="1"/>
          </p:cNvSpPr>
          <p:nvPr/>
        </p:nvSpPr>
        <p:spPr>
          <a:xfrm xmlns:a="http://schemas.openxmlformats.org/drawingml/2006/main">
            <a:off x="609600" y="638175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FlyLeaf  /  Flight Club</a:t>
            </a:r>
          </a:p>
        </p:txBody>
      </p:sp>
      <p:sp>
        <p:nvSpPr>
          <p:cNvPr id="2" name="page-number">
            <a:extLst xmlns:a="http://schemas.openxmlformats.org/drawingml/2006/main">
              <a:ext uri="{FF2B5EF4-FFF2-40B4-BE49-F238E27FC236}">
                <a16:creationId xmlns:a16="http://schemas.microsoft.com/office/drawing/2014/main" id="{69CA26FB-66DC-4E89-AF6D-B83496B63D08}"/>
              </a:ext>
            </a:extLst>
          </p:cNvPr>
          <p:cNvSpPr>
            <a:spLocks xmlns:a="http://schemas.openxmlformats.org/drawingml/2006/main" noGrp="1"/>
          </p:cNvSpPr>
          <p:nvPr/>
        </p:nvSpPr>
        <p:spPr>
          <a:xfrm xmlns:a="http://schemas.openxmlformats.org/drawingml/2006/main">
            <a:off x="1114425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10</a:t>
            </a:r>
          </a:p>
        </p:txBody>
      </p:sp>
      <p:sp>
        <p:nvSpPr>
          <p:cNvPr id="3" name="slide-title">
            <a:extLst xmlns:a="http://schemas.openxmlformats.org/drawingml/2006/main">
              <a:ext uri="{FF2B5EF4-FFF2-40B4-BE49-F238E27FC236}">
                <a16:creationId xmlns:a16="http://schemas.microsoft.com/office/drawing/2014/main" id="{A3E4C710-EFCD-48D0-A1E7-09476C74E51D}"/>
              </a:ext>
            </a:extLst>
          </p:cNvPr>
          <p:cNvSpPr>
            <a:spLocks xmlns:a="http://schemas.openxmlformats.org/drawingml/2006/main" noGrp="1"/>
          </p:cNvSpPr>
          <p:nvPr/>
        </p:nvSpPr>
        <p:spPr>
          <a:xfrm xmlns:a="http://schemas.openxmlformats.org/drawingml/2006/main">
            <a:off x="609600" y="523875"/>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12A3A"/>
                </a:solidFill>
                <a:latin typeface="Arial"/>
                <a:ea typeface="Arial"/>
                <a:cs typeface="Arial"/>
              </a:defRPr>
            </a:defPPr>
            <a:lvl1pPr>
              <a:defRPr sz="3600" b="1">
                <a:solidFill>
                  <a:srgbClr val="112A3A"/>
                </a:solidFill>
                <a:latin typeface="Arial"/>
                <a:ea typeface="Arial"/>
                <a:cs typeface="Arial"/>
              </a:defRPr>
            </a:lvl1pPr>
            <a:lvl2pPr>
              <a:defRPr sz="3600" b="1">
                <a:solidFill>
                  <a:srgbClr val="112A3A"/>
                </a:solidFill>
                <a:latin typeface="Arial"/>
                <a:ea typeface="Arial"/>
                <a:cs typeface="Arial"/>
              </a:defRPr>
            </a:lvl2pPr>
            <a:lvl3pPr>
              <a:defRPr sz="3600" b="1">
                <a:solidFill>
                  <a:srgbClr val="112A3A"/>
                </a:solidFill>
                <a:latin typeface="Arial"/>
                <a:ea typeface="Arial"/>
                <a:cs typeface="Arial"/>
              </a:defRPr>
            </a:lvl3pPr>
            <a:lvl4pPr>
              <a:defRPr sz="3600" b="1">
                <a:solidFill>
                  <a:srgbClr val="112A3A"/>
                </a:solidFill>
                <a:latin typeface="Arial"/>
                <a:ea typeface="Arial"/>
                <a:cs typeface="Arial"/>
              </a:defRPr>
            </a:lvl4pPr>
            <a:lvl5pPr>
              <a:defRPr sz="3600" b="1">
                <a:solidFill>
                  <a:srgbClr val="112A3A"/>
                </a:solidFill>
                <a:latin typeface="Arial"/>
                <a:ea typeface="Arial"/>
                <a:cs typeface="Arial"/>
              </a:defRPr>
            </a:lvl5pPr>
            <a:lvl6pPr>
              <a:defRPr sz="3600" b="1">
                <a:solidFill>
                  <a:srgbClr val="112A3A"/>
                </a:solidFill>
                <a:latin typeface="Arial"/>
                <a:ea typeface="Arial"/>
                <a:cs typeface="Arial"/>
              </a:defRPr>
            </a:lvl6pPr>
            <a:lvl7pPr>
              <a:defRPr sz="3600" b="1">
                <a:solidFill>
                  <a:srgbClr val="112A3A"/>
                </a:solidFill>
                <a:latin typeface="Arial"/>
                <a:ea typeface="Arial"/>
                <a:cs typeface="Arial"/>
              </a:defRPr>
            </a:lvl7pPr>
            <a:lvl8pPr>
              <a:defRPr sz="3600" b="1">
                <a:solidFill>
                  <a:srgbClr val="112A3A"/>
                </a:solidFill>
                <a:latin typeface="Arial"/>
                <a:ea typeface="Arial"/>
                <a:cs typeface="Arial"/>
              </a:defRPr>
            </a:lvl8pPr>
            <a:lvl9pPr>
              <a:defRPr sz="3600" b="1">
                <a:solidFill>
                  <a:srgbClr val="112A3A"/>
                </a:solidFill>
                <a:latin typeface="Arial"/>
                <a:ea typeface="Arial"/>
                <a:cs typeface="Arial"/>
              </a:defRPr>
            </a:lvl9pPr>
          </a:lstStyle>
          <a:p xmlns:a="http://schemas.openxmlformats.org/drawingml/2006/main">
            <a:pPr>
              <a:defRPr sz="3600" b="1">
                <a:solidFill>
                  <a:srgbClr val="112A3A"/>
                </a:solidFill>
                <a:latin typeface="Arial"/>
                <a:ea typeface="Arial"/>
                <a:cs typeface="Arial"/>
              </a:defRPr>
            </a:pPr>
            <a:r>
              <a:rPr sz="3600" b="1">
                <a:solidFill>
                  <a:srgbClr val="112A3A"/>
                </a:solidFill>
                <a:latin typeface="Arial"/>
                <a:ea typeface="Arial"/>
                <a:cs typeface="Arial"/>
              </a:rPr>
              <a:t>Avantajul FlyLeaf: decizia păstrează legătura cu dovada</a:t>
            </a:r>
          </a:p>
        </p:txBody>
      </p:sp>
      <p:sp>
        <p:nvSpPr>
          <p:cNvPr id="4" name="lead">
            <a:extLst xmlns:a="http://schemas.openxmlformats.org/drawingml/2006/main">
              <a:ext uri="{FF2B5EF4-FFF2-40B4-BE49-F238E27FC236}">
                <a16:creationId xmlns:a16="http://schemas.microsoft.com/office/drawing/2014/main" id="{8674D89D-1D8B-4B7F-B444-1D612D525D53}"/>
              </a:ext>
            </a:extLst>
          </p:cNvPr>
          <p:cNvSpPr>
            <a:spLocks xmlns:a="http://schemas.openxmlformats.org/drawingml/2006/main" noGrp="1"/>
          </p:cNvSpPr>
          <p:nvPr/>
        </p:nvSpPr>
        <p:spPr>
          <a:xfrm xmlns:a="http://schemas.openxmlformats.org/drawingml/2006/main">
            <a:off x="647700" y="2333625"/>
            <a:ext cx="10715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112A3A"/>
                </a:solidFill>
                <a:latin typeface="Arial"/>
                <a:ea typeface="Arial"/>
                <a:cs typeface="Arial"/>
              </a:defRPr>
            </a:defPPr>
            <a:lvl1pPr>
              <a:defRPr sz="2700" b="1">
                <a:solidFill>
                  <a:srgbClr val="112A3A"/>
                </a:solidFill>
                <a:latin typeface="Arial"/>
                <a:ea typeface="Arial"/>
                <a:cs typeface="Arial"/>
              </a:defRPr>
            </a:lvl1pPr>
            <a:lvl2pPr>
              <a:defRPr sz="2700" b="1">
                <a:solidFill>
                  <a:srgbClr val="112A3A"/>
                </a:solidFill>
                <a:latin typeface="Arial"/>
                <a:ea typeface="Arial"/>
                <a:cs typeface="Arial"/>
              </a:defRPr>
            </a:lvl2pPr>
            <a:lvl3pPr>
              <a:defRPr sz="2700" b="1">
                <a:solidFill>
                  <a:srgbClr val="112A3A"/>
                </a:solidFill>
                <a:latin typeface="Arial"/>
                <a:ea typeface="Arial"/>
                <a:cs typeface="Arial"/>
              </a:defRPr>
            </a:lvl3pPr>
            <a:lvl4pPr>
              <a:defRPr sz="2700" b="1">
                <a:solidFill>
                  <a:srgbClr val="112A3A"/>
                </a:solidFill>
                <a:latin typeface="Arial"/>
                <a:ea typeface="Arial"/>
                <a:cs typeface="Arial"/>
              </a:defRPr>
            </a:lvl4pPr>
            <a:lvl5pPr>
              <a:defRPr sz="2700" b="1">
                <a:solidFill>
                  <a:srgbClr val="112A3A"/>
                </a:solidFill>
                <a:latin typeface="Arial"/>
                <a:ea typeface="Arial"/>
                <a:cs typeface="Arial"/>
              </a:defRPr>
            </a:lvl5pPr>
            <a:lvl6pPr>
              <a:defRPr sz="2700" b="1">
                <a:solidFill>
                  <a:srgbClr val="112A3A"/>
                </a:solidFill>
                <a:latin typeface="Arial"/>
                <a:ea typeface="Arial"/>
                <a:cs typeface="Arial"/>
              </a:defRPr>
            </a:lvl6pPr>
            <a:lvl7pPr>
              <a:defRPr sz="2700" b="1">
                <a:solidFill>
                  <a:srgbClr val="112A3A"/>
                </a:solidFill>
                <a:latin typeface="Arial"/>
                <a:ea typeface="Arial"/>
                <a:cs typeface="Arial"/>
              </a:defRPr>
            </a:lvl7pPr>
            <a:lvl8pPr>
              <a:defRPr sz="2700" b="1">
                <a:solidFill>
                  <a:srgbClr val="112A3A"/>
                </a:solidFill>
                <a:latin typeface="Arial"/>
                <a:ea typeface="Arial"/>
                <a:cs typeface="Arial"/>
              </a:defRPr>
            </a:lvl8pPr>
            <a:lvl9pPr>
              <a:defRPr sz="2700" b="1">
                <a:solidFill>
                  <a:srgbClr val="112A3A"/>
                </a:solidFill>
                <a:latin typeface="Arial"/>
                <a:ea typeface="Arial"/>
                <a:cs typeface="Arial"/>
              </a:defRPr>
            </a:lvl9pPr>
          </a:lstStyle>
          <a:p xmlns:a="http://schemas.openxmlformats.org/drawingml/2006/main">
            <a:pPr>
              <a:defRPr sz="2700" b="1">
                <a:solidFill>
                  <a:srgbClr val="112A3A"/>
                </a:solidFill>
                <a:latin typeface="Arial"/>
                <a:ea typeface="Arial"/>
                <a:cs typeface="Arial"/>
              </a:defRPr>
            </a:pPr>
            <a:r>
              <a:rPr sz="2700" b="1">
                <a:solidFill>
                  <a:srgbClr val="112A3A"/>
                </a:solidFill>
                <a:latin typeface="Arial"/>
                <a:ea typeface="Arial"/>
                <a:cs typeface="Arial"/>
              </a:rPr>
              <a:t>Documentul, evenimentul și procedura rămân conectate.</a:t>
            </a:r>
          </a:p>
          <a:p xmlns:a="http://schemas.openxmlformats.org/drawingml/2006/main">
            <a:pPr>
              <a:defRPr sz="2700" b="1">
                <a:solidFill>
                  <a:srgbClr val="112A3A"/>
                </a:solidFill>
                <a:latin typeface="Arial"/>
                <a:ea typeface="Arial"/>
                <a:cs typeface="Arial"/>
              </a:defRPr>
            </a:pPr>
            <a:r>
              <a:rPr sz="2700" b="1">
                <a:solidFill>
                  <a:srgbClr val="112A3A"/>
                </a:solidFill>
                <a:latin typeface="Arial"/>
                <a:ea typeface="Arial"/>
                <a:cs typeface="Arial"/>
              </a:rPr>
              <a:t>Partenerul primește o copie pe care o poate evalua.</a:t>
            </a:r>
          </a:p>
        </p:txBody>
      </p:sp>
      <p:sp>
        <p:nvSpPr>
          <p:cNvPr id="5" name="pilot">
            <a:extLst xmlns:a="http://schemas.openxmlformats.org/drawingml/2006/main">
              <a:ext uri="{FF2B5EF4-FFF2-40B4-BE49-F238E27FC236}">
                <a16:creationId xmlns:a16="http://schemas.microsoft.com/office/drawing/2014/main" id="{0156147C-6489-4B94-8395-FC72FE987FCB}"/>
              </a:ext>
            </a:extLst>
          </p:cNvPr>
          <p:cNvSpPr>
            <a:spLocks xmlns:a="http://schemas.openxmlformats.org/drawingml/2006/main" noGrp="1"/>
          </p:cNvSpPr>
          <p:nvPr/>
        </p:nvSpPr>
        <p:spPr>
          <a:xfrm xmlns:a="http://schemas.openxmlformats.org/drawingml/2006/main">
            <a:off x="647700" y="414337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526976"/>
                </a:solidFill>
                <a:latin typeface="Arial"/>
                <a:ea typeface="Arial"/>
                <a:cs typeface="Arial"/>
              </a:defRPr>
            </a:defPPr>
            <a:lvl1pPr>
              <a:defRPr sz="2175" b="0">
                <a:solidFill>
                  <a:srgbClr val="526976"/>
                </a:solidFill>
                <a:latin typeface="Arial"/>
                <a:ea typeface="Arial"/>
                <a:cs typeface="Arial"/>
              </a:defRPr>
            </a:lvl1pPr>
            <a:lvl2pPr>
              <a:defRPr sz="2175" b="0">
                <a:solidFill>
                  <a:srgbClr val="526976"/>
                </a:solidFill>
                <a:latin typeface="Arial"/>
                <a:ea typeface="Arial"/>
                <a:cs typeface="Arial"/>
              </a:defRPr>
            </a:lvl2pPr>
            <a:lvl3pPr>
              <a:defRPr sz="2175" b="0">
                <a:solidFill>
                  <a:srgbClr val="526976"/>
                </a:solidFill>
                <a:latin typeface="Arial"/>
                <a:ea typeface="Arial"/>
                <a:cs typeface="Arial"/>
              </a:defRPr>
            </a:lvl3pPr>
            <a:lvl4pPr>
              <a:defRPr sz="2175" b="0">
                <a:solidFill>
                  <a:srgbClr val="526976"/>
                </a:solidFill>
                <a:latin typeface="Arial"/>
                <a:ea typeface="Arial"/>
                <a:cs typeface="Arial"/>
              </a:defRPr>
            </a:lvl4pPr>
            <a:lvl5pPr>
              <a:defRPr sz="2175" b="0">
                <a:solidFill>
                  <a:srgbClr val="526976"/>
                </a:solidFill>
                <a:latin typeface="Arial"/>
                <a:ea typeface="Arial"/>
                <a:cs typeface="Arial"/>
              </a:defRPr>
            </a:lvl5pPr>
            <a:lvl6pPr>
              <a:defRPr sz="2175" b="0">
                <a:solidFill>
                  <a:srgbClr val="526976"/>
                </a:solidFill>
                <a:latin typeface="Arial"/>
                <a:ea typeface="Arial"/>
                <a:cs typeface="Arial"/>
              </a:defRPr>
            </a:lvl6pPr>
            <a:lvl7pPr>
              <a:defRPr sz="2175" b="0">
                <a:solidFill>
                  <a:srgbClr val="526976"/>
                </a:solidFill>
                <a:latin typeface="Arial"/>
                <a:ea typeface="Arial"/>
                <a:cs typeface="Arial"/>
              </a:defRPr>
            </a:lvl7pPr>
            <a:lvl8pPr>
              <a:defRPr sz="2175" b="0">
                <a:solidFill>
                  <a:srgbClr val="526976"/>
                </a:solidFill>
                <a:latin typeface="Arial"/>
                <a:ea typeface="Arial"/>
                <a:cs typeface="Arial"/>
              </a:defRPr>
            </a:lvl8pPr>
            <a:lvl9pPr>
              <a:defRPr sz="2175" b="0">
                <a:solidFill>
                  <a:srgbClr val="526976"/>
                </a:solidFill>
                <a:latin typeface="Arial"/>
                <a:ea typeface="Arial"/>
                <a:cs typeface="Arial"/>
              </a:defRPr>
            </a:lvl9pPr>
          </a:lstStyle>
          <a:p xmlns:a="http://schemas.openxmlformats.org/drawingml/2006/main">
            <a:pPr>
              <a:defRPr sz="2175" b="0">
                <a:solidFill>
                  <a:srgbClr val="526976"/>
                </a:solidFill>
                <a:latin typeface="Arial"/>
                <a:ea typeface="Arial"/>
                <a:cs typeface="Arial"/>
              </a:defRPr>
            </a:pPr>
            <a:r>
              <a:rPr sz="2175" b="0">
                <a:solidFill>
                  <a:srgbClr val="526976"/>
                </a:solidFill>
                <a:latin typeface="Arial"/>
                <a:ea typeface="Arial"/>
                <a:cs typeface="Arial"/>
              </a:rPr>
              <a:t>Primul pilot: un flux operațional și un aeroport partener.</a:t>
            </a:r>
          </a:p>
          <a:p xmlns:a="http://schemas.openxmlformats.org/drawingml/2006/main">
            <a:pPr>
              <a:defRPr sz="2175" b="0">
                <a:solidFill>
                  <a:srgbClr val="526976"/>
                </a:solidFill>
                <a:latin typeface="Arial"/>
                <a:ea typeface="Arial"/>
                <a:cs typeface="Arial"/>
              </a:defRPr>
            </a:pPr>
            <a:r>
              <a:rPr sz="2175" b="0">
                <a:solidFill>
                  <a:srgbClr val="526976"/>
                </a:solidFill>
                <a:latin typeface="Arial"/>
                <a:ea typeface="Arial"/>
                <a:cs typeface="Arial"/>
              </a:rPr>
              <a:t>Măsurăm timpul de căutare, durata aprobării și calitatea propunerilor.</a:t>
            </a:r>
          </a:p>
        </p:txBody>
      </p:sp>
      <p:sp>
        <p:nvSpPr>
          <p:cNvPr id="6" name="team">
            <a:extLst xmlns:a="http://schemas.openxmlformats.org/drawingml/2006/main">
              <a:ext uri="{FF2B5EF4-FFF2-40B4-BE49-F238E27FC236}">
                <a16:creationId xmlns:a16="http://schemas.microsoft.com/office/drawing/2014/main" id="{BB1F9FB9-711D-438F-A6A8-EE90B5F54E5A}"/>
              </a:ext>
            </a:extLst>
          </p:cNvPr>
          <p:cNvSpPr>
            <a:spLocks xmlns:a="http://schemas.openxmlformats.org/drawingml/2006/main" noGrp="1"/>
          </p:cNvSpPr>
          <p:nvPr/>
        </p:nvSpPr>
        <p:spPr>
          <a:xfrm xmlns:a="http://schemas.openxmlformats.org/drawingml/2006/main">
            <a:off x="647700" y="57435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2A3A"/>
                </a:solidFill>
                <a:latin typeface="Arial"/>
                <a:ea typeface="Arial"/>
                <a:cs typeface="Arial"/>
              </a:defRPr>
            </a:defPPr>
            <a:lvl1pPr>
              <a:defRPr sz="2250" b="1">
                <a:solidFill>
                  <a:srgbClr val="112A3A"/>
                </a:solidFill>
                <a:latin typeface="Arial"/>
                <a:ea typeface="Arial"/>
                <a:cs typeface="Arial"/>
              </a:defRPr>
            </a:lvl1pPr>
            <a:lvl2pPr>
              <a:defRPr sz="2250" b="1">
                <a:solidFill>
                  <a:srgbClr val="112A3A"/>
                </a:solidFill>
                <a:latin typeface="Arial"/>
                <a:ea typeface="Arial"/>
                <a:cs typeface="Arial"/>
              </a:defRPr>
            </a:lvl2pPr>
            <a:lvl3pPr>
              <a:defRPr sz="2250" b="1">
                <a:solidFill>
                  <a:srgbClr val="112A3A"/>
                </a:solidFill>
                <a:latin typeface="Arial"/>
                <a:ea typeface="Arial"/>
                <a:cs typeface="Arial"/>
              </a:defRPr>
            </a:lvl3pPr>
            <a:lvl4pPr>
              <a:defRPr sz="2250" b="1">
                <a:solidFill>
                  <a:srgbClr val="112A3A"/>
                </a:solidFill>
                <a:latin typeface="Arial"/>
                <a:ea typeface="Arial"/>
                <a:cs typeface="Arial"/>
              </a:defRPr>
            </a:lvl4pPr>
            <a:lvl5pPr>
              <a:defRPr sz="2250" b="1">
                <a:solidFill>
                  <a:srgbClr val="112A3A"/>
                </a:solidFill>
                <a:latin typeface="Arial"/>
                <a:ea typeface="Arial"/>
                <a:cs typeface="Arial"/>
              </a:defRPr>
            </a:lvl5pPr>
            <a:lvl6pPr>
              <a:defRPr sz="2250" b="1">
                <a:solidFill>
                  <a:srgbClr val="112A3A"/>
                </a:solidFill>
                <a:latin typeface="Arial"/>
                <a:ea typeface="Arial"/>
                <a:cs typeface="Arial"/>
              </a:defRPr>
            </a:lvl6pPr>
            <a:lvl7pPr>
              <a:defRPr sz="2250" b="1">
                <a:solidFill>
                  <a:srgbClr val="112A3A"/>
                </a:solidFill>
                <a:latin typeface="Arial"/>
                <a:ea typeface="Arial"/>
                <a:cs typeface="Arial"/>
              </a:defRPr>
            </a:lvl7pPr>
            <a:lvl8pPr>
              <a:defRPr sz="2250" b="1">
                <a:solidFill>
                  <a:srgbClr val="112A3A"/>
                </a:solidFill>
                <a:latin typeface="Arial"/>
                <a:ea typeface="Arial"/>
                <a:cs typeface="Arial"/>
              </a:defRPr>
            </a:lvl8pPr>
            <a:lvl9pPr>
              <a:defRPr sz="2250" b="1">
                <a:solidFill>
                  <a:srgbClr val="112A3A"/>
                </a:solidFill>
                <a:latin typeface="Arial"/>
                <a:ea typeface="Arial"/>
                <a:cs typeface="Arial"/>
              </a:defRPr>
            </a:lvl9pPr>
          </a:lstStyle>
          <a:p xmlns:a="http://schemas.openxmlformats.org/drawingml/2006/main">
            <a:pPr>
              <a:defRPr sz="2250" b="1">
                <a:solidFill>
                  <a:srgbClr val="112A3A"/>
                </a:solidFill>
                <a:latin typeface="Arial"/>
                <a:ea typeface="Arial"/>
                <a:cs typeface="Arial"/>
              </a:defRPr>
            </a:pPr>
            <a:r>
              <a:rPr sz="2250" b="1">
                <a:solidFill>
                  <a:srgbClr val="112A3A"/>
                </a:solidFill>
                <a:latin typeface="Arial"/>
                <a:ea typeface="Arial"/>
                <a:cs typeface="Arial"/>
              </a:rPr>
              <a:t>Flight Club construiește FlyLeaf.</a:t>
            </a:r>
          </a:p>
        </p:txBody>
      </p:sp>
    </p:spTree>
    <p:extLst>
      <p:ext uri="{BB962C8B-B14F-4D97-AF65-F5344CB8AC3E}">
        <p14:creationId xmlns:p14="http://schemas.microsoft.com/office/powerpoint/2010/main" val="669239679"/>
      </p:ext>
    </p:extLst>
  </p:cSld>
</p:sld>
</file>

<file path=ppt/slides/slide11.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11" name="brand-footer">
            <a:extLst xmlns:a="http://schemas.openxmlformats.org/drawingml/2006/main">
              <a:ext uri="{FF2B5EF4-FFF2-40B4-BE49-F238E27FC236}">
                <a16:creationId xmlns:a16="http://schemas.microsoft.com/office/drawing/2014/main" id="{69DD1CB6-AB53-47A2-B1E3-0123768AED26}"/>
              </a:ext>
            </a:extLst>
          </p:cNvPr>
          <p:cNvSpPr>
            <a:spLocks xmlns:a="http://schemas.openxmlformats.org/drawingml/2006/main" noGrp="1"/>
          </p:cNvSpPr>
          <p:nvPr/>
        </p:nvSpPr>
        <p:spPr>
          <a:xfrm xmlns:a="http://schemas.openxmlformats.org/drawingml/2006/main">
            <a:off x="609600" y="638175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Anexă  /  FlyLeaf  /  Flight Club</a:t>
            </a:r>
          </a:p>
        </p:txBody>
      </p:sp>
      <p:sp>
        <p:nvSpPr>
          <p:cNvPr id="2" name="page-number">
            <a:extLst xmlns:a="http://schemas.openxmlformats.org/drawingml/2006/main">
              <a:ext uri="{FF2B5EF4-FFF2-40B4-BE49-F238E27FC236}">
                <a16:creationId xmlns:a16="http://schemas.microsoft.com/office/drawing/2014/main" id="{F23053D0-7057-4B89-885B-F26716E06D58}"/>
              </a:ext>
            </a:extLst>
          </p:cNvPr>
          <p:cNvSpPr>
            <a:spLocks xmlns:a="http://schemas.openxmlformats.org/drawingml/2006/main" noGrp="1"/>
          </p:cNvSpPr>
          <p:nvPr/>
        </p:nvSpPr>
        <p:spPr>
          <a:xfrm xmlns:a="http://schemas.openxmlformats.org/drawingml/2006/main">
            <a:off x="1114425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11</a:t>
            </a:r>
          </a:p>
        </p:txBody>
      </p:sp>
      <p:sp>
        <p:nvSpPr>
          <p:cNvPr id="3" name="slide-title">
            <a:extLst xmlns:a="http://schemas.openxmlformats.org/drawingml/2006/main">
              <a:ext uri="{FF2B5EF4-FFF2-40B4-BE49-F238E27FC236}">
                <a16:creationId xmlns:a16="http://schemas.microsoft.com/office/drawing/2014/main" id="{53509C0E-63A7-4233-BFC6-CC995CEB9D34}"/>
              </a:ext>
            </a:extLst>
          </p:cNvPr>
          <p:cNvSpPr>
            <a:spLocks xmlns:a="http://schemas.openxmlformats.org/drawingml/2006/main" noGrp="1"/>
          </p:cNvSpPr>
          <p:nvPr/>
        </p:nvSpPr>
        <p:spPr>
          <a:xfrm xmlns:a="http://schemas.openxmlformats.org/drawingml/2006/main">
            <a:off x="609600" y="523875"/>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12A3A"/>
                </a:solidFill>
                <a:latin typeface="Arial"/>
                <a:ea typeface="Arial"/>
                <a:cs typeface="Arial"/>
              </a:defRPr>
            </a:defPPr>
            <a:lvl1pPr>
              <a:defRPr sz="3600" b="1">
                <a:solidFill>
                  <a:srgbClr val="112A3A"/>
                </a:solidFill>
                <a:latin typeface="Arial"/>
                <a:ea typeface="Arial"/>
                <a:cs typeface="Arial"/>
              </a:defRPr>
            </a:lvl1pPr>
            <a:lvl2pPr>
              <a:defRPr sz="3600" b="1">
                <a:solidFill>
                  <a:srgbClr val="112A3A"/>
                </a:solidFill>
                <a:latin typeface="Arial"/>
                <a:ea typeface="Arial"/>
                <a:cs typeface="Arial"/>
              </a:defRPr>
            </a:lvl2pPr>
            <a:lvl3pPr>
              <a:defRPr sz="3600" b="1">
                <a:solidFill>
                  <a:srgbClr val="112A3A"/>
                </a:solidFill>
                <a:latin typeface="Arial"/>
                <a:ea typeface="Arial"/>
                <a:cs typeface="Arial"/>
              </a:defRPr>
            </a:lvl3pPr>
            <a:lvl4pPr>
              <a:defRPr sz="3600" b="1">
                <a:solidFill>
                  <a:srgbClr val="112A3A"/>
                </a:solidFill>
                <a:latin typeface="Arial"/>
                <a:ea typeface="Arial"/>
                <a:cs typeface="Arial"/>
              </a:defRPr>
            </a:lvl4pPr>
            <a:lvl5pPr>
              <a:defRPr sz="3600" b="1">
                <a:solidFill>
                  <a:srgbClr val="112A3A"/>
                </a:solidFill>
                <a:latin typeface="Arial"/>
                <a:ea typeface="Arial"/>
                <a:cs typeface="Arial"/>
              </a:defRPr>
            </a:lvl5pPr>
            <a:lvl6pPr>
              <a:defRPr sz="3600" b="1">
                <a:solidFill>
                  <a:srgbClr val="112A3A"/>
                </a:solidFill>
                <a:latin typeface="Arial"/>
                <a:ea typeface="Arial"/>
                <a:cs typeface="Arial"/>
              </a:defRPr>
            </a:lvl6pPr>
            <a:lvl7pPr>
              <a:defRPr sz="3600" b="1">
                <a:solidFill>
                  <a:srgbClr val="112A3A"/>
                </a:solidFill>
                <a:latin typeface="Arial"/>
                <a:ea typeface="Arial"/>
                <a:cs typeface="Arial"/>
              </a:defRPr>
            </a:lvl7pPr>
            <a:lvl8pPr>
              <a:defRPr sz="3600" b="1">
                <a:solidFill>
                  <a:srgbClr val="112A3A"/>
                </a:solidFill>
                <a:latin typeface="Arial"/>
                <a:ea typeface="Arial"/>
                <a:cs typeface="Arial"/>
              </a:defRPr>
            </a:lvl8pPr>
            <a:lvl9pPr>
              <a:defRPr sz="3600" b="1">
                <a:solidFill>
                  <a:srgbClr val="112A3A"/>
                </a:solidFill>
                <a:latin typeface="Arial"/>
                <a:ea typeface="Arial"/>
                <a:cs typeface="Arial"/>
              </a:defRPr>
            </a:lvl9pPr>
          </a:lstStyle>
          <a:p xmlns:a="http://schemas.openxmlformats.org/drawingml/2006/main">
            <a:pPr>
              <a:defRPr sz="3600" b="1">
                <a:solidFill>
                  <a:srgbClr val="112A3A"/>
                </a:solidFill>
                <a:latin typeface="Arial"/>
                <a:ea typeface="Arial"/>
                <a:cs typeface="Arial"/>
              </a:defRPr>
            </a:pPr>
            <a:r>
              <a:rPr sz="3600" b="1">
                <a:solidFill>
                  <a:srgbClr val="112A3A"/>
                </a:solidFill>
                <a:latin typeface="Arial"/>
                <a:ea typeface="Arial"/>
                <a:cs typeface="Arial"/>
              </a:rPr>
              <a:t>Același registru alimentează rapoartele</a:t>
            </a:r>
          </a:p>
        </p:txBody>
      </p:sp>
      <p:pic>
        <p:nvPicPr>
          <p:cNvPr id="4" name="">
            <a:extLst xmlns:a="http://schemas.openxmlformats.org/drawingml/2006/main">
              <a:ext uri="{FF2B5EF4-FFF2-40B4-BE49-F238E27FC236}">
                <a16:creationId xmlns:a16="http://schemas.microsoft.com/office/drawing/2014/main" id="{CDA46175-61A1-494C-A3F3-DF1FF4148ACA}"/>
              </a:ext>
            </a:extLst>
          </p:cNvPr>
          <p:cNvPicPr>
            <a:picLocks xmlns:a="http://schemas.openxmlformats.org/drawingml/2006/main" noChangeAspect="1"/>
          </p:cNvPicPr>
          <p:nvPr/>
        </p:nvPicPr>
        <p:blipFill>
          <a:blip xmlns:r="http://schemas.openxmlformats.org/officeDocument/2006/relationships" xmlns:a="http://schemas.openxmlformats.org/drawingml/2006/main" r:embed="R0ee57d7390ea464a"/>
          <a:stretch xmlns:a="http://schemas.openxmlformats.org/drawingml/2006/main"/>
        </p:blipFill>
        <p:spPr>
          <a:xfrm xmlns:a="http://schemas.openxmlformats.org/drawingml/2006/main">
            <a:off x="4719638" y="1809750"/>
            <a:ext cx="6429375" cy="4286250"/>
          </a:xfrm>
          <a:prstGeom xmlns:a="http://schemas.openxmlformats.org/drawingml/2006/main" prst="rect">
            <a:avLst/>
          </a:prstGeom>
        </p:spPr>
      </p:pic>
      <p:sp>
        <p:nvSpPr>
          <p:cNvPr id="5" name="lead">
            <a:extLst xmlns:a="http://schemas.openxmlformats.org/drawingml/2006/main">
              <a:ext uri="{FF2B5EF4-FFF2-40B4-BE49-F238E27FC236}">
                <a16:creationId xmlns:a16="http://schemas.microsoft.com/office/drawing/2014/main" id="{486F3440-4E07-48F7-91FC-91A889E70A25}"/>
              </a:ext>
            </a:extLst>
          </p:cNvPr>
          <p:cNvSpPr>
            <a:spLocks xmlns:a="http://schemas.openxmlformats.org/drawingml/2006/main" noGrp="1"/>
          </p:cNvSpPr>
          <p:nvPr/>
        </p:nvSpPr>
        <p:spPr>
          <a:xfrm xmlns:a="http://schemas.openxmlformats.org/drawingml/2006/main">
            <a:off x="609600" y="1952625"/>
            <a:ext cx="3381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12A3A"/>
                </a:solidFill>
                <a:latin typeface="Arial"/>
                <a:ea typeface="Arial"/>
                <a:cs typeface="Arial"/>
              </a:defRPr>
            </a:defPPr>
            <a:lvl1pPr>
              <a:defRPr sz="2325" b="1">
                <a:solidFill>
                  <a:srgbClr val="112A3A"/>
                </a:solidFill>
                <a:latin typeface="Arial"/>
                <a:ea typeface="Arial"/>
                <a:cs typeface="Arial"/>
              </a:defRPr>
            </a:lvl1pPr>
            <a:lvl2pPr>
              <a:defRPr sz="2325" b="1">
                <a:solidFill>
                  <a:srgbClr val="112A3A"/>
                </a:solidFill>
                <a:latin typeface="Arial"/>
                <a:ea typeface="Arial"/>
                <a:cs typeface="Arial"/>
              </a:defRPr>
            </a:lvl2pPr>
            <a:lvl3pPr>
              <a:defRPr sz="2325" b="1">
                <a:solidFill>
                  <a:srgbClr val="112A3A"/>
                </a:solidFill>
                <a:latin typeface="Arial"/>
                <a:ea typeface="Arial"/>
                <a:cs typeface="Arial"/>
              </a:defRPr>
            </a:lvl3pPr>
            <a:lvl4pPr>
              <a:defRPr sz="2325" b="1">
                <a:solidFill>
                  <a:srgbClr val="112A3A"/>
                </a:solidFill>
                <a:latin typeface="Arial"/>
                <a:ea typeface="Arial"/>
                <a:cs typeface="Arial"/>
              </a:defRPr>
            </a:lvl4pPr>
            <a:lvl5pPr>
              <a:defRPr sz="2325" b="1">
                <a:solidFill>
                  <a:srgbClr val="112A3A"/>
                </a:solidFill>
                <a:latin typeface="Arial"/>
                <a:ea typeface="Arial"/>
                <a:cs typeface="Arial"/>
              </a:defRPr>
            </a:lvl5pPr>
            <a:lvl6pPr>
              <a:defRPr sz="2325" b="1">
                <a:solidFill>
                  <a:srgbClr val="112A3A"/>
                </a:solidFill>
                <a:latin typeface="Arial"/>
                <a:ea typeface="Arial"/>
                <a:cs typeface="Arial"/>
              </a:defRPr>
            </a:lvl6pPr>
            <a:lvl7pPr>
              <a:defRPr sz="2325" b="1">
                <a:solidFill>
                  <a:srgbClr val="112A3A"/>
                </a:solidFill>
                <a:latin typeface="Arial"/>
                <a:ea typeface="Arial"/>
                <a:cs typeface="Arial"/>
              </a:defRPr>
            </a:lvl7pPr>
            <a:lvl8pPr>
              <a:defRPr sz="2325" b="1">
                <a:solidFill>
                  <a:srgbClr val="112A3A"/>
                </a:solidFill>
                <a:latin typeface="Arial"/>
                <a:ea typeface="Arial"/>
                <a:cs typeface="Arial"/>
              </a:defRPr>
            </a:lvl8pPr>
            <a:lvl9pPr>
              <a:defRPr sz="2325" b="1">
                <a:solidFill>
                  <a:srgbClr val="112A3A"/>
                </a:solidFill>
                <a:latin typeface="Arial"/>
                <a:ea typeface="Arial"/>
                <a:cs typeface="Arial"/>
              </a:defRPr>
            </a:lvl9pPr>
          </a:lstStyle>
          <a:p xmlns:a="http://schemas.openxmlformats.org/drawingml/2006/main">
            <a:pPr>
              <a:defRPr sz="2325" b="1">
                <a:solidFill>
                  <a:srgbClr val="112A3A"/>
                </a:solidFill>
                <a:latin typeface="Arial"/>
                <a:ea typeface="Arial"/>
                <a:cs typeface="Arial"/>
              </a:defRPr>
            </a:pPr>
            <a:r>
              <a:rPr sz="2325" b="1">
                <a:solidFill>
                  <a:srgbClr val="112A3A"/>
                </a:solidFill>
                <a:latin typeface="Arial"/>
                <a:ea typeface="Arial"/>
                <a:cs typeface="Arial"/>
              </a:rPr>
              <a:t>Indicatori care duc la înregistrările sursă.</a:t>
            </a:r>
          </a:p>
        </p:txBody>
      </p:sp>
      <p:sp>
        <p:nvSpPr>
          <p:cNvPr id="6" name="feature">
            <a:extLst xmlns:a="http://schemas.openxmlformats.org/drawingml/2006/main">
              <a:ext uri="{FF2B5EF4-FFF2-40B4-BE49-F238E27FC236}">
                <a16:creationId xmlns:a16="http://schemas.microsoft.com/office/drawing/2014/main" id="{6E6DACCF-8C92-400F-887B-C8731777B8F4}"/>
              </a:ext>
            </a:extLst>
          </p:cNvPr>
          <p:cNvSpPr>
            <a:spLocks xmlns:a="http://schemas.openxmlformats.org/drawingml/2006/main" noGrp="1"/>
          </p:cNvSpPr>
          <p:nvPr/>
        </p:nvSpPr>
        <p:spPr>
          <a:xfrm xmlns:a="http://schemas.openxmlformats.org/drawingml/2006/main">
            <a:off x="609600" y="32861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Documente și aprobări</a:t>
            </a:r>
          </a:p>
        </p:txBody>
      </p:sp>
      <p:sp>
        <p:nvSpPr>
          <p:cNvPr id="7" name="feature">
            <a:extLst xmlns:a="http://schemas.openxmlformats.org/drawingml/2006/main">
              <a:ext uri="{FF2B5EF4-FFF2-40B4-BE49-F238E27FC236}">
                <a16:creationId xmlns:a16="http://schemas.microsoft.com/office/drawing/2014/main" id="{6A26F332-75ED-49A7-9C73-B6E9AA257ADF}"/>
              </a:ext>
            </a:extLst>
          </p:cNvPr>
          <p:cNvSpPr>
            <a:spLocks xmlns:a="http://schemas.openxmlformats.org/drawingml/2006/main" noGrp="1"/>
          </p:cNvSpPr>
          <p:nvPr/>
        </p:nvSpPr>
        <p:spPr>
          <a:xfrm xmlns:a="http://schemas.openxmlformats.org/drawingml/2006/main">
            <a:off x="609600" y="39528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Operațiuni și întârzieri observate</a:t>
            </a:r>
          </a:p>
        </p:txBody>
      </p:sp>
      <p:sp>
        <p:nvSpPr>
          <p:cNvPr id="8" name="feature">
            <a:extLst xmlns:a="http://schemas.openxmlformats.org/drawingml/2006/main">
              <a:ext uri="{FF2B5EF4-FFF2-40B4-BE49-F238E27FC236}">
                <a16:creationId xmlns:a16="http://schemas.microsoft.com/office/drawing/2014/main" id="{576C43FB-A749-45F2-8007-65D809455784}"/>
              </a:ext>
            </a:extLst>
          </p:cNvPr>
          <p:cNvSpPr>
            <a:spLocks xmlns:a="http://schemas.openxmlformats.org/drawingml/2006/main" noGrp="1"/>
          </p:cNvSpPr>
          <p:nvPr/>
        </p:nvSpPr>
        <p:spPr>
          <a:xfrm xmlns:a="http://schemas.openxmlformats.org/drawingml/2006/main">
            <a:off x="609600" y="46196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Filtre și export</a:t>
            </a:r>
          </a:p>
        </p:txBody>
      </p:sp>
      <p:sp>
        <p:nvSpPr>
          <p:cNvPr id="9" name="feature">
            <a:extLst xmlns:a="http://schemas.openxmlformats.org/drawingml/2006/main">
              <a:ext uri="{FF2B5EF4-FFF2-40B4-BE49-F238E27FC236}">
                <a16:creationId xmlns:a16="http://schemas.microsoft.com/office/drawing/2014/main" id="{160434D9-2F49-4A5C-B362-27F85F50FB3F}"/>
              </a:ext>
            </a:extLst>
          </p:cNvPr>
          <p:cNvSpPr>
            <a:spLocks xmlns:a="http://schemas.openxmlformats.org/drawingml/2006/main" noGrp="1"/>
          </p:cNvSpPr>
          <p:nvPr/>
        </p:nvSpPr>
        <p:spPr>
          <a:xfrm xmlns:a="http://schemas.openxmlformats.org/drawingml/2006/main">
            <a:off x="609600" y="52863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976"/>
                </a:solidFill>
                <a:latin typeface="Arial"/>
                <a:ea typeface="Arial"/>
                <a:cs typeface="Arial"/>
              </a:defRPr>
            </a:defPPr>
            <a:lvl1pPr>
              <a:defRPr sz="1875" b="0">
                <a:solidFill>
                  <a:srgbClr val="526976"/>
                </a:solidFill>
                <a:latin typeface="Arial"/>
                <a:ea typeface="Arial"/>
                <a:cs typeface="Arial"/>
              </a:defRPr>
            </a:lvl1pPr>
            <a:lvl2pPr>
              <a:defRPr sz="1875" b="0">
                <a:solidFill>
                  <a:srgbClr val="526976"/>
                </a:solidFill>
                <a:latin typeface="Arial"/>
                <a:ea typeface="Arial"/>
                <a:cs typeface="Arial"/>
              </a:defRPr>
            </a:lvl2pPr>
            <a:lvl3pPr>
              <a:defRPr sz="1875" b="0">
                <a:solidFill>
                  <a:srgbClr val="526976"/>
                </a:solidFill>
                <a:latin typeface="Arial"/>
                <a:ea typeface="Arial"/>
                <a:cs typeface="Arial"/>
              </a:defRPr>
            </a:lvl3pPr>
            <a:lvl4pPr>
              <a:defRPr sz="1875" b="0">
                <a:solidFill>
                  <a:srgbClr val="526976"/>
                </a:solidFill>
                <a:latin typeface="Arial"/>
                <a:ea typeface="Arial"/>
                <a:cs typeface="Arial"/>
              </a:defRPr>
            </a:lvl4pPr>
            <a:lvl5pPr>
              <a:defRPr sz="1875" b="0">
                <a:solidFill>
                  <a:srgbClr val="526976"/>
                </a:solidFill>
                <a:latin typeface="Arial"/>
                <a:ea typeface="Arial"/>
                <a:cs typeface="Arial"/>
              </a:defRPr>
            </a:lvl5pPr>
            <a:lvl6pPr>
              <a:defRPr sz="1875" b="0">
                <a:solidFill>
                  <a:srgbClr val="526976"/>
                </a:solidFill>
                <a:latin typeface="Arial"/>
                <a:ea typeface="Arial"/>
                <a:cs typeface="Arial"/>
              </a:defRPr>
            </a:lvl6pPr>
            <a:lvl7pPr>
              <a:defRPr sz="1875" b="0">
                <a:solidFill>
                  <a:srgbClr val="526976"/>
                </a:solidFill>
                <a:latin typeface="Arial"/>
                <a:ea typeface="Arial"/>
                <a:cs typeface="Arial"/>
              </a:defRPr>
            </a:lvl7pPr>
            <a:lvl8pPr>
              <a:defRPr sz="1875" b="0">
                <a:solidFill>
                  <a:srgbClr val="526976"/>
                </a:solidFill>
                <a:latin typeface="Arial"/>
                <a:ea typeface="Arial"/>
                <a:cs typeface="Arial"/>
              </a:defRPr>
            </a:lvl8pPr>
            <a:lvl9pPr>
              <a:defRPr sz="1875" b="0">
                <a:solidFill>
                  <a:srgbClr val="526976"/>
                </a:solidFill>
                <a:latin typeface="Arial"/>
                <a:ea typeface="Arial"/>
                <a:cs typeface="Arial"/>
              </a:defRPr>
            </a:lvl9pPr>
          </a:lstStyle>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Date vizibile conform rolului</a:t>
            </a:r>
          </a:p>
        </p:txBody>
      </p:sp>
      <p:sp>
        <p:nvSpPr>
          <p:cNvPr id="10" name="image-caption">
            <a:extLst xmlns:a="http://schemas.openxmlformats.org/drawingml/2006/main">
              <a:ext uri="{FF2B5EF4-FFF2-40B4-BE49-F238E27FC236}">
                <a16:creationId xmlns:a16="http://schemas.microsoft.com/office/drawing/2014/main" id="{D1E4DE20-54D3-4509-AACC-63D97A766B6B}"/>
              </a:ext>
            </a:extLst>
          </p:cNvPr>
          <p:cNvSpPr>
            <a:spLocks xmlns:a="http://schemas.openxmlformats.org/drawingml/2006/main" noGrp="1"/>
          </p:cNvSpPr>
          <p:nvPr/>
        </p:nvSpPr>
        <p:spPr>
          <a:xfrm xmlns:a="http://schemas.openxmlformats.org/drawingml/2006/main">
            <a:off x="4286250" y="6096000"/>
            <a:ext cx="729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26976"/>
                </a:solidFill>
                <a:latin typeface="Arial"/>
                <a:ea typeface="Arial"/>
                <a:cs typeface="Arial"/>
              </a:defRPr>
            </a:defPPr>
            <a:lvl1pPr>
              <a:defRPr sz="1350" b="0">
                <a:solidFill>
                  <a:srgbClr val="526976"/>
                </a:solidFill>
                <a:latin typeface="Arial"/>
                <a:ea typeface="Arial"/>
                <a:cs typeface="Arial"/>
              </a:defRPr>
            </a:lvl1pPr>
            <a:lvl2pPr>
              <a:defRPr sz="1350" b="0">
                <a:solidFill>
                  <a:srgbClr val="526976"/>
                </a:solidFill>
                <a:latin typeface="Arial"/>
                <a:ea typeface="Arial"/>
                <a:cs typeface="Arial"/>
              </a:defRPr>
            </a:lvl2pPr>
            <a:lvl3pPr>
              <a:defRPr sz="1350" b="0">
                <a:solidFill>
                  <a:srgbClr val="526976"/>
                </a:solidFill>
                <a:latin typeface="Arial"/>
                <a:ea typeface="Arial"/>
                <a:cs typeface="Arial"/>
              </a:defRPr>
            </a:lvl3pPr>
            <a:lvl4pPr>
              <a:defRPr sz="1350" b="0">
                <a:solidFill>
                  <a:srgbClr val="526976"/>
                </a:solidFill>
                <a:latin typeface="Arial"/>
                <a:ea typeface="Arial"/>
                <a:cs typeface="Arial"/>
              </a:defRPr>
            </a:lvl4pPr>
            <a:lvl5pPr>
              <a:defRPr sz="1350" b="0">
                <a:solidFill>
                  <a:srgbClr val="526976"/>
                </a:solidFill>
                <a:latin typeface="Arial"/>
                <a:ea typeface="Arial"/>
                <a:cs typeface="Arial"/>
              </a:defRPr>
            </a:lvl5pPr>
            <a:lvl6pPr>
              <a:defRPr sz="1350" b="0">
                <a:solidFill>
                  <a:srgbClr val="526976"/>
                </a:solidFill>
                <a:latin typeface="Arial"/>
                <a:ea typeface="Arial"/>
                <a:cs typeface="Arial"/>
              </a:defRPr>
            </a:lvl6pPr>
            <a:lvl7pPr>
              <a:defRPr sz="1350" b="0">
                <a:solidFill>
                  <a:srgbClr val="526976"/>
                </a:solidFill>
                <a:latin typeface="Arial"/>
                <a:ea typeface="Arial"/>
                <a:cs typeface="Arial"/>
              </a:defRPr>
            </a:lvl7pPr>
            <a:lvl8pPr>
              <a:defRPr sz="1350" b="0">
                <a:solidFill>
                  <a:srgbClr val="526976"/>
                </a:solidFill>
                <a:latin typeface="Arial"/>
                <a:ea typeface="Arial"/>
                <a:cs typeface="Arial"/>
              </a:defRPr>
            </a:lvl8pPr>
            <a:lvl9pPr>
              <a:defRPr sz="1350" b="0">
                <a:solidFill>
                  <a:srgbClr val="526976"/>
                </a:solidFill>
                <a:latin typeface="Arial"/>
                <a:ea typeface="Arial"/>
                <a:cs typeface="Arial"/>
              </a:defRPr>
            </a:lvl9pPr>
          </a:lstStyle>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Rapoartele citesc datele aplicației, fără un set separat de cifre.</a:t>
            </a:r>
          </a:p>
        </p:txBody>
      </p:sp>
    </p:spTree>
    <p:extLst>
      <p:ext uri="{BB962C8B-B14F-4D97-AF65-F5344CB8AC3E}">
        <p14:creationId xmlns:p14="http://schemas.microsoft.com/office/powerpoint/2010/main" val="1103773880"/>
      </p:ext>
    </p:extLst>
  </p:cSld>
</p:sld>
</file>

<file path=ppt/slides/slide12.xml><?xml version="1.0" encoding="utf-8"?>
<p:sld xmlns:p="http://schemas.openxmlformats.org/presentationml/2006/main">
  <p:cSld>
    <p:bg>
      <p:bgPr>
        <a:solidFill xmlns:a="http://schemas.openxmlformats.org/drawingml/2006/main">
          <a:srgbClr val="F4F7F6"/>
        </a:solidFill>
      </p:bgPr>
    </p:bg>
    <p:spTree>
      <p:nvGrpSpPr>
        <p:cNvPr id="1" name=""/>
        <p:cNvGrpSpPr/>
        <p:nvPr/>
      </p:nvGrpSpPr>
      <p:grpSpPr>
        <a:xfrm xmlns:a="http://schemas.openxmlformats.org/drawingml/2006/main"/>
      </p:grpSpPr>
      <p:sp>
        <p:nvSpPr>
          <p:cNvPr id="13" name="brand-footer">
            <a:extLst xmlns:a="http://schemas.openxmlformats.org/drawingml/2006/main">
              <a:ext uri="{FF2B5EF4-FFF2-40B4-BE49-F238E27FC236}">
                <a16:creationId xmlns:a16="http://schemas.microsoft.com/office/drawing/2014/main" id="{AAE5F55F-1DBF-4D4F-87E6-919D1DCA56B1}"/>
              </a:ext>
            </a:extLst>
          </p:cNvPr>
          <p:cNvSpPr>
            <a:spLocks xmlns:a="http://schemas.openxmlformats.org/drawingml/2006/main" noGrp="1"/>
          </p:cNvSpPr>
          <p:nvPr/>
        </p:nvSpPr>
        <p:spPr>
          <a:xfrm xmlns:a="http://schemas.openxmlformats.org/drawingml/2006/main">
            <a:off x="609600" y="638175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Anexă  /  FlyLeaf  /  Flight Club</a:t>
            </a:r>
          </a:p>
        </p:txBody>
      </p:sp>
      <p:sp>
        <p:nvSpPr>
          <p:cNvPr id="2" name="page-number">
            <a:extLst xmlns:a="http://schemas.openxmlformats.org/drawingml/2006/main">
              <a:ext uri="{FF2B5EF4-FFF2-40B4-BE49-F238E27FC236}">
                <a16:creationId xmlns:a16="http://schemas.microsoft.com/office/drawing/2014/main" id="{BAF6478D-1630-4D5C-8DC1-EC32B24DF6DF}"/>
              </a:ext>
            </a:extLst>
          </p:cNvPr>
          <p:cNvSpPr>
            <a:spLocks xmlns:a="http://schemas.openxmlformats.org/drawingml/2006/main" noGrp="1"/>
          </p:cNvSpPr>
          <p:nvPr/>
        </p:nvSpPr>
        <p:spPr>
          <a:xfrm xmlns:a="http://schemas.openxmlformats.org/drawingml/2006/main">
            <a:off x="11144250" y="63817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976"/>
                </a:solidFill>
                <a:latin typeface="Arial"/>
                <a:ea typeface="Arial"/>
                <a:cs typeface="Arial"/>
              </a:defRPr>
            </a:defPPr>
            <a:lvl1pPr>
              <a:defRPr sz="1200" b="0">
                <a:solidFill>
                  <a:srgbClr val="526976"/>
                </a:solidFill>
                <a:latin typeface="Arial"/>
                <a:ea typeface="Arial"/>
                <a:cs typeface="Arial"/>
              </a:defRPr>
            </a:lvl1pPr>
            <a:lvl2pPr>
              <a:defRPr sz="1200" b="0">
                <a:solidFill>
                  <a:srgbClr val="526976"/>
                </a:solidFill>
                <a:latin typeface="Arial"/>
                <a:ea typeface="Arial"/>
                <a:cs typeface="Arial"/>
              </a:defRPr>
            </a:lvl2pPr>
            <a:lvl3pPr>
              <a:defRPr sz="1200" b="0">
                <a:solidFill>
                  <a:srgbClr val="526976"/>
                </a:solidFill>
                <a:latin typeface="Arial"/>
                <a:ea typeface="Arial"/>
                <a:cs typeface="Arial"/>
              </a:defRPr>
            </a:lvl3pPr>
            <a:lvl4pPr>
              <a:defRPr sz="1200" b="0">
                <a:solidFill>
                  <a:srgbClr val="526976"/>
                </a:solidFill>
                <a:latin typeface="Arial"/>
                <a:ea typeface="Arial"/>
                <a:cs typeface="Arial"/>
              </a:defRPr>
            </a:lvl4pPr>
            <a:lvl5pPr>
              <a:defRPr sz="1200" b="0">
                <a:solidFill>
                  <a:srgbClr val="526976"/>
                </a:solidFill>
                <a:latin typeface="Arial"/>
                <a:ea typeface="Arial"/>
                <a:cs typeface="Arial"/>
              </a:defRPr>
            </a:lvl5pPr>
            <a:lvl6pPr>
              <a:defRPr sz="1200" b="0">
                <a:solidFill>
                  <a:srgbClr val="526976"/>
                </a:solidFill>
                <a:latin typeface="Arial"/>
                <a:ea typeface="Arial"/>
                <a:cs typeface="Arial"/>
              </a:defRPr>
            </a:lvl6pPr>
            <a:lvl7pPr>
              <a:defRPr sz="1200" b="0">
                <a:solidFill>
                  <a:srgbClr val="526976"/>
                </a:solidFill>
                <a:latin typeface="Arial"/>
                <a:ea typeface="Arial"/>
                <a:cs typeface="Arial"/>
              </a:defRPr>
            </a:lvl7pPr>
            <a:lvl8pPr>
              <a:defRPr sz="1200" b="0">
                <a:solidFill>
                  <a:srgbClr val="526976"/>
                </a:solidFill>
                <a:latin typeface="Arial"/>
                <a:ea typeface="Arial"/>
                <a:cs typeface="Arial"/>
              </a:defRPr>
            </a:lvl8pPr>
            <a:lvl9pPr>
              <a:defRPr sz="1200" b="0">
                <a:solidFill>
                  <a:srgbClr val="526976"/>
                </a:solidFill>
                <a:latin typeface="Arial"/>
                <a:ea typeface="Arial"/>
                <a:cs typeface="Arial"/>
              </a:defRPr>
            </a:lvl9pPr>
          </a:lstStyle>
          <a:p xmlns:a="http://schemas.openxmlformats.org/drawingml/2006/main">
            <a:pPr>
              <a:defRPr sz="1200" b="0">
                <a:solidFill>
                  <a:srgbClr val="526976"/>
                </a:solidFill>
                <a:latin typeface="Arial"/>
                <a:ea typeface="Arial"/>
                <a:cs typeface="Arial"/>
              </a:defRPr>
            </a:pPr>
            <a:r>
              <a:rPr sz="1200" b="0">
                <a:solidFill>
                  <a:srgbClr val="526976"/>
                </a:solidFill>
                <a:latin typeface="Arial"/>
                <a:ea typeface="Arial"/>
                <a:cs typeface="Arial"/>
              </a:rPr>
              <a:t>12</a:t>
            </a:r>
          </a:p>
        </p:txBody>
      </p:sp>
      <p:sp>
        <p:nvSpPr>
          <p:cNvPr id="3" name="slide-title">
            <a:extLst xmlns:a="http://schemas.openxmlformats.org/drawingml/2006/main">
              <a:ext uri="{FF2B5EF4-FFF2-40B4-BE49-F238E27FC236}">
                <a16:creationId xmlns:a16="http://schemas.microsoft.com/office/drawing/2014/main" id="{8B207EA2-ED12-4FB0-A45D-4A0044354E5A}"/>
              </a:ext>
            </a:extLst>
          </p:cNvPr>
          <p:cNvSpPr>
            <a:spLocks xmlns:a="http://schemas.openxmlformats.org/drawingml/2006/main" noGrp="1"/>
          </p:cNvSpPr>
          <p:nvPr/>
        </p:nvSpPr>
        <p:spPr>
          <a:xfrm xmlns:a="http://schemas.openxmlformats.org/drawingml/2006/main">
            <a:off x="609600" y="523875"/>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12A3A"/>
                </a:solidFill>
                <a:latin typeface="Arial"/>
                <a:ea typeface="Arial"/>
                <a:cs typeface="Arial"/>
              </a:defRPr>
            </a:defPPr>
            <a:lvl1pPr>
              <a:defRPr sz="3600" b="1">
                <a:solidFill>
                  <a:srgbClr val="112A3A"/>
                </a:solidFill>
                <a:latin typeface="Arial"/>
                <a:ea typeface="Arial"/>
                <a:cs typeface="Arial"/>
              </a:defRPr>
            </a:lvl1pPr>
            <a:lvl2pPr>
              <a:defRPr sz="3600" b="1">
                <a:solidFill>
                  <a:srgbClr val="112A3A"/>
                </a:solidFill>
                <a:latin typeface="Arial"/>
                <a:ea typeface="Arial"/>
                <a:cs typeface="Arial"/>
              </a:defRPr>
            </a:lvl2pPr>
            <a:lvl3pPr>
              <a:defRPr sz="3600" b="1">
                <a:solidFill>
                  <a:srgbClr val="112A3A"/>
                </a:solidFill>
                <a:latin typeface="Arial"/>
                <a:ea typeface="Arial"/>
                <a:cs typeface="Arial"/>
              </a:defRPr>
            </a:lvl3pPr>
            <a:lvl4pPr>
              <a:defRPr sz="3600" b="1">
                <a:solidFill>
                  <a:srgbClr val="112A3A"/>
                </a:solidFill>
                <a:latin typeface="Arial"/>
                <a:ea typeface="Arial"/>
                <a:cs typeface="Arial"/>
              </a:defRPr>
            </a:lvl4pPr>
            <a:lvl5pPr>
              <a:defRPr sz="3600" b="1">
                <a:solidFill>
                  <a:srgbClr val="112A3A"/>
                </a:solidFill>
                <a:latin typeface="Arial"/>
                <a:ea typeface="Arial"/>
                <a:cs typeface="Arial"/>
              </a:defRPr>
            </a:lvl5pPr>
            <a:lvl6pPr>
              <a:defRPr sz="3600" b="1">
                <a:solidFill>
                  <a:srgbClr val="112A3A"/>
                </a:solidFill>
                <a:latin typeface="Arial"/>
                <a:ea typeface="Arial"/>
                <a:cs typeface="Arial"/>
              </a:defRPr>
            </a:lvl6pPr>
            <a:lvl7pPr>
              <a:defRPr sz="3600" b="1">
                <a:solidFill>
                  <a:srgbClr val="112A3A"/>
                </a:solidFill>
                <a:latin typeface="Arial"/>
                <a:ea typeface="Arial"/>
                <a:cs typeface="Arial"/>
              </a:defRPr>
            </a:lvl7pPr>
            <a:lvl8pPr>
              <a:defRPr sz="3600" b="1">
                <a:solidFill>
                  <a:srgbClr val="112A3A"/>
                </a:solidFill>
                <a:latin typeface="Arial"/>
                <a:ea typeface="Arial"/>
                <a:cs typeface="Arial"/>
              </a:defRPr>
            </a:lvl8pPr>
            <a:lvl9pPr>
              <a:defRPr sz="3600" b="1">
                <a:solidFill>
                  <a:srgbClr val="112A3A"/>
                </a:solidFill>
                <a:latin typeface="Arial"/>
                <a:ea typeface="Arial"/>
                <a:cs typeface="Arial"/>
              </a:defRPr>
            </a:lvl9pPr>
          </a:lstStyle>
          <a:p xmlns:a="http://schemas.openxmlformats.org/drawingml/2006/main">
            <a:pPr>
              <a:defRPr sz="3600" b="1">
                <a:solidFill>
                  <a:srgbClr val="112A3A"/>
                </a:solidFill>
                <a:latin typeface="Arial"/>
                <a:ea typeface="Arial"/>
                <a:cs typeface="Arial"/>
              </a:defRPr>
            </a:pPr>
            <a:r>
              <a:rPr sz="3600" b="1">
                <a:solidFill>
                  <a:srgbClr val="112A3A"/>
                </a:solidFill>
                <a:latin typeface="Arial"/>
                <a:ea typeface="Arial"/>
                <a:cs typeface="Arial"/>
              </a:rPr>
              <a:t>O bază comună pentru echipele aeroportului</a:t>
            </a:r>
          </a:p>
        </p:txBody>
      </p:sp>
      <p:sp>
        <p:nvSpPr>
          <p:cNvPr id="4" name="row-label">
            <a:extLst xmlns:a="http://schemas.openxmlformats.org/drawingml/2006/main">
              <a:ext uri="{FF2B5EF4-FFF2-40B4-BE49-F238E27FC236}">
                <a16:creationId xmlns:a16="http://schemas.microsoft.com/office/drawing/2014/main" id="{B70187D0-B3B3-4DF3-A25E-E28AE28B7A04}"/>
              </a:ext>
            </a:extLst>
          </p:cNvPr>
          <p:cNvSpPr>
            <a:spLocks xmlns:a="http://schemas.openxmlformats.org/drawingml/2006/main" noGrp="1"/>
          </p:cNvSpPr>
          <p:nvPr/>
        </p:nvSpPr>
        <p:spPr>
          <a:xfrm xmlns:a="http://schemas.openxmlformats.org/drawingml/2006/main">
            <a:off x="647700" y="20955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2A3A"/>
                </a:solidFill>
                <a:latin typeface="Arial"/>
                <a:ea typeface="Arial"/>
                <a:cs typeface="Arial"/>
              </a:defRPr>
            </a:defPPr>
            <a:lvl1pPr>
              <a:defRPr sz="2250" b="1">
                <a:solidFill>
                  <a:srgbClr val="112A3A"/>
                </a:solidFill>
                <a:latin typeface="Arial"/>
                <a:ea typeface="Arial"/>
                <a:cs typeface="Arial"/>
              </a:defRPr>
            </a:lvl1pPr>
            <a:lvl2pPr>
              <a:defRPr sz="2250" b="1">
                <a:solidFill>
                  <a:srgbClr val="112A3A"/>
                </a:solidFill>
                <a:latin typeface="Arial"/>
                <a:ea typeface="Arial"/>
                <a:cs typeface="Arial"/>
              </a:defRPr>
            </a:lvl2pPr>
            <a:lvl3pPr>
              <a:defRPr sz="2250" b="1">
                <a:solidFill>
                  <a:srgbClr val="112A3A"/>
                </a:solidFill>
                <a:latin typeface="Arial"/>
                <a:ea typeface="Arial"/>
                <a:cs typeface="Arial"/>
              </a:defRPr>
            </a:lvl3pPr>
            <a:lvl4pPr>
              <a:defRPr sz="2250" b="1">
                <a:solidFill>
                  <a:srgbClr val="112A3A"/>
                </a:solidFill>
                <a:latin typeface="Arial"/>
                <a:ea typeface="Arial"/>
                <a:cs typeface="Arial"/>
              </a:defRPr>
            </a:lvl4pPr>
            <a:lvl5pPr>
              <a:defRPr sz="2250" b="1">
                <a:solidFill>
                  <a:srgbClr val="112A3A"/>
                </a:solidFill>
                <a:latin typeface="Arial"/>
                <a:ea typeface="Arial"/>
                <a:cs typeface="Arial"/>
              </a:defRPr>
            </a:lvl5pPr>
            <a:lvl6pPr>
              <a:defRPr sz="2250" b="1">
                <a:solidFill>
                  <a:srgbClr val="112A3A"/>
                </a:solidFill>
                <a:latin typeface="Arial"/>
                <a:ea typeface="Arial"/>
                <a:cs typeface="Arial"/>
              </a:defRPr>
            </a:lvl6pPr>
            <a:lvl7pPr>
              <a:defRPr sz="2250" b="1">
                <a:solidFill>
                  <a:srgbClr val="112A3A"/>
                </a:solidFill>
                <a:latin typeface="Arial"/>
                <a:ea typeface="Arial"/>
                <a:cs typeface="Arial"/>
              </a:defRPr>
            </a:lvl7pPr>
            <a:lvl8pPr>
              <a:defRPr sz="2250" b="1">
                <a:solidFill>
                  <a:srgbClr val="112A3A"/>
                </a:solidFill>
                <a:latin typeface="Arial"/>
                <a:ea typeface="Arial"/>
                <a:cs typeface="Arial"/>
              </a:defRPr>
            </a:lvl8pPr>
            <a:lvl9pPr>
              <a:defRPr sz="2250" b="1">
                <a:solidFill>
                  <a:srgbClr val="112A3A"/>
                </a:solidFill>
                <a:latin typeface="Arial"/>
                <a:ea typeface="Arial"/>
                <a:cs typeface="Arial"/>
              </a:defRPr>
            </a:lvl9pPr>
          </a:lstStyle>
          <a:p xmlns:a="http://schemas.openxmlformats.org/drawingml/2006/main">
            <a:pPr>
              <a:defRPr sz="2250" b="1">
                <a:solidFill>
                  <a:srgbClr val="112A3A"/>
                </a:solidFill>
                <a:latin typeface="Arial"/>
                <a:ea typeface="Arial"/>
                <a:cs typeface="Arial"/>
              </a:defRPr>
            </a:pPr>
            <a:r>
              <a:rPr sz="2250" b="1">
                <a:solidFill>
                  <a:srgbClr val="112A3A"/>
                </a:solidFill>
                <a:latin typeface="Arial"/>
                <a:ea typeface="Arial"/>
                <a:cs typeface="Arial"/>
              </a:rPr>
              <a:t>Echipă și responsabilități</a:t>
            </a:r>
          </a:p>
        </p:txBody>
      </p:sp>
      <p:sp>
        <p:nvSpPr>
          <p:cNvPr id="5" name="row-body">
            <a:extLst xmlns:a="http://schemas.openxmlformats.org/drawingml/2006/main">
              <a:ext uri="{FF2B5EF4-FFF2-40B4-BE49-F238E27FC236}">
                <a16:creationId xmlns:a16="http://schemas.microsoft.com/office/drawing/2014/main" id="{E9C54F97-71A6-4C74-82BA-33CD1CD39C10}"/>
              </a:ext>
            </a:extLst>
          </p:cNvPr>
          <p:cNvSpPr>
            <a:spLocks xmlns:a="http://schemas.openxmlformats.org/drawingml/2006/main" noGrp="1"/>
          </p:cNvSpPr>
          <p:nvPr/>
        </p:nvSpPr>
        <p:spPr>
          <a:xfrm xmlns:a="http://schemas.openxmlformats.org/drawingml/2006/main">
            <a:off x="4381500" y="2095500"/>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12A3A"/>
                </a:solidFill>
                <a:latin typeface="Arial"/>
                <a:ea typeface="Arial"/>
                <a:cs typeface="Arial"/>
              </a:defRPr>
            </a:defPPr>
            <a:lvl1pPr>
              <a:defRPr sz="2250" b="0">
                <a:solidFill>
                  <a:srgbClr val="112A3A"/>
                </a:solidFill>
                <a:latin typeface="Arial"/>
                <a:ea typeface="Arial"/>
                <a:cs typeface="Arial"/>
              </a:defRPr>
            </a:lvl1pPr>
            <a:lvl2pPr>
              <a:defRPr sz="2250" b="0">
                <a:solidFill>
                  <a:srgbClr val="112A3A"/>
                </a:solidFill>
                <a:latin typeface="Arial"/>
                <a:ea typeface="Arial"/>
                <a:cs typeface="Arial"/>
              </a:defRPr>
            </a:lvl2pPr>
            <a:lvl3pPr>
              <a:defRPr sz="2250" b="0">
                <a:solidFill>
                  <a:srgbClr val="112A3A"/>
                </a:solidFill>
                <a:latin typeface="Arial"/>
                <a:ea typeface="Arial"/>
                <a:cs typeface="Arial"/>
              </a:defRPr>
            </a:lvl3pPr>
            <a:lvl4pPr>
              <a:defRPr sz="2250" b="0">
                <a:solidFill>
                  <a:srgbClr val="112A3A"/>
                </a:solidFill>
                <a:latin typeface="Arial"/>
                <a:ea typeface="Arial"/>
                <a:cs typeface="Arial"/>
              </a:defRPr>
            </a:lvl4pPr>
            <a:lvl5pPr>
              <a:defRPr sz="2250" b="0">
                <a:solidFill>
                  <a:srgbClr val="112A3A"/>
                </a:solidFill>
                <a:latin typeface="Arial"/>
                <a:ea typeface="Arial"/>
                <a:cs typeface="Arial"/>
              </a:defRPr>
            </a:lvl5pPr>
            <a:lvl6pPr>
              <a:defRPr sz="2250" b="0">
                <a:solidFill>
                  <a:srgbClr val="112A3A"/>
                </a:solidFill>
                <a:latin typeface="Arial"/>
                <a:ea typeface="Arial"/>
                <a:cs typeface="Arial"/>
              </a:defRPr>
            </a:lvl6pPr>
            <a:lvl7pPr>
              <a:defRPr sz="2250" b="0">
                <a:solidFill>
                  <a:srgbClr val="112A3A"/>
                </a:solidFill>
                <a:latin typeface="Arial"/>
                <a:ea typeface="Arial"/>
                <a:cs typeface="Arial"/>
              </a:defRPr>
            </a:lvl7pPr>
            <a:lvl8pPr>
              <a:defRPr sz="2250" b="0">
                <a:solidFill>
                  <a:srgbClr val="112A3A"/>
                </a:solidFill>
                <a:latin typeface="Arial"/>
                <a:ea typeface="Arial"/>
                <a:cs typeface="Arial"/>
              </a:defRPr>
            </a:lvl8pPr>
            <a:lvl9pPr>
              <a:defRPr sz="2250" b="0">
                <a:solidFill>
                  <a:srgbClr val="112A3A"/>
                </a:solidFill>
                <a:latin typeface="Arial"/>
                <a:ea typeface="Arial"/>
                <a:cs typeface="Arial"/>
              </a:defRPr>
            </a:lvl9pPr>
          </a:lstStyle>
          <a:p xmlns:a="http://schemas.openxmlformats.org/drawingml/2006/main">
            <a:pPr>
              <a:defRPr sz="2250" b="0">
                <a:solidFill>
                  <a:srgbClr val="112A3A"/>
                </a:solidFill>
                <a:latin typeface="Arial"/>
                <a:ea typeface="Arial"/>
                <a:cs typeface="Arial"/>
              </a:defRPr>
            </a:pPr>
            <a:r>
              <a:rPr sz="2250" b="0">
                <a:solidFill>
                  <a:srgbClr val="112A3A"/>
                </a:solidFill>
                <a:latin typeface="Arial"/>
                <a:ea typeface="Arial"/>
                <a:cs typeface="Arial"/>
              </a:rPr>
              <a:t>Organigramă, numiri, concedii cu PDF și delegare</a:t>
            </a:r>
          </a:p>
        </p:txBody>
      </p:sp>
      <p:sp>
        <p:nvSpPr>
          <p:cNvPr id="6" name="row-label">
            <a:extLst xmlns:a="http://schemas.openxmlformats.org/drawingml/2006/main">
              <a:ext uri="{FF2B5EF4-FFF2-40B4-BE49-F238E27FC236}">
                <a16:creationId xmlns:a16="http://schemas.microsoft.com/office/drawing/2014/main" id="{D5DA6714-7385-4929-BCBF-D242721CEF0D}"/>
              </a:ext>
            </a:extLst>
          </p:cNvPr>
          <p:cNvSpPr>
            <a:spLocks xmlns:a="http://schemas.openxmlformats.org/drawingml/2006/main" noGrp="1"/>
          </p:cNvSpPr>
          <p:nvPr/>
        </p:nvSpPr>
        <p:spPr>
          <a:xfrm xmlns:a="http://schemas.openxmlformats.org/drawingml/2006/main">
            <a:off x="647700" y="296227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2A3A"/>
                </a:solidFill>
                <a:latin typeface="Arial"/>
                <a:ea typeface="Arial"/>
                <a:cs typeface="Arial"/>
              </a:defRPr>
            </a:defPPr>
            <a:lvl1pPr>
              <a:defRPr sz="2250" b="1">
                <a:solidFill>
                  <a:srgbClr val="112A3A"/>
                </a:solidFill>
                <a:latin typeface="Arial"/>
                <a:ea typeface="Arial"/>
                <a:cs typeface="Arial"/>
              </a:defRPr>
            </a:lvl1pPr>
            <a:lvl2pPr>
              <a:defRPr sz="2250" b="1">
                <a:solidFill>
                  <a:srgbClr val="112A3A"/>
                </a:solidFill>
                <a:latin typeface="Arial"/>
                <a:ea typeface="Arial"/>
                <a:cs typeface="Arial"/>
              </a:defRPr>
            </a:lvl2pPr>
            <a:lvl3pPr>
              <a:defRPr sz="2250" b="1">
                <a:solidFill>
                  <a:srgbClr val="112A3A"/>
                </a:solidFill>
                <a:latin typeface="Arial"/>
                <a:ea typeface="Arial"/>
                <a:cs typeface="Arial"/>
              </a:defRPr>
            </a:lvl3pPr>
            <a:lvl4pPr>
              <a:defRPr sz="2250" b="1">
                <a:solidFill>
                  <a:srgbClr val="112A3A"/>
                </a:solidFill>
                <a:latin typeface="Arial"/>
                <a:ea typeface="Arial"/>
                <a:cs typeface="Arial"/>
              </a:defRPr>
            </a:lvl4pPr>
            <a:lvl5pPr>
              <a:defRPr sz="2250" b="1">
                <a:solidFill>
                  <a:srgbClr val="112A3A"/>
                </a:solidFill>
                <a:latin typeface="Arial"/>
                <a:ea typeface="Arial"/>
                <a:cs typeface="Arial"/>
              </a:defRPr>
            </a:lvl5pPr>
            <a:lvl6pPr>
              <a:defRPr sz="2250" b="1">
                <a:solidFill>
                  <a:srgbClr val="112A3A"/>
                </a:solidFill>
                <a:latin typeface="Arial"/>
                <a:ea typeface="Arial"/>
                <a:cs typeface="Arial"/>
              </a:defRPr>
            </a:lvl6pPr>
            <a:lvl7pPr>
              <a:defRPr sz="2250" b="1">
                <a:solidFill>
                  <a:srgbClr val="112A3A"/>
                </a:solidFill>
                <a:latin typeface="Arial"/>
                <a:ea typeface="Arial"/>
                <a:cs typeface="Arial"/>
              </a:defRPr>
            </a:lvl7pPr>
            <a:lvl8pPr>
              <a:defRPr sz="2250" b="1">
                <a:solidFill>
                  <a:srgbClr val="112A3A"/>
                </a:solidFill>
                <a:latin typeface="Arial"/>
                <a:ea typeface="Arial"/>
                <a:cs typeface="Arial"/>
              </a:defRPr>
            </a:lvl8pPr>
            <a:lvl9pPr>
              <a:defRPr sz="2250" b="1">
                <a:solidFill>
                  <a:srgbClr val="112A3A"/>
                </a:solidFill>
                <a:latin typeface="Arial"/>
                <a:ea typeface="Arial"/>
                <a:cs typeface="Arial"/>
              </a:defRPr>
            </a:lvl9pPr>
          </a:lstStyle>
          <a:p xmlns:a="http://schemas.openxmlformats.org/drawingml/2006/main">
            <a:pPr>
              <a:defRPr sz="2250" b="1">
                <a:solidFill>
                  <a:srgbClr val="112A3A"/>
                </a:solidFill>
                <a:latin typeface="Arial"/>
                <a:ea typeface="Arial"/>
                <a:cs typeface="Arial"/>
              </a:defRPr>
            </a:pPr>
            <a:r>
              <a:rPr sz="2250" b="1">
                <a:solidFill>
                  <a:srgbClr val="112A3A"/>
                </a:solidFill>
                <a:latin typeface="Arial"/>
                <a:ea typeface="Arial"/>
                <a:cs typeface="Arial"/>
              </a:rPr>
              <a:t>Furnizori</a:t>
            </a:r>
          </a:p>
        </p:txBody>
      </p:sp>
      <p:sp>
        <p:nvSpPr>
          <p:cNvPr id="7" name="row-body">
            <a:extLst xmlns:a="http://schemas.openxmlformats.org/drawingml/2006/main">
              <a:ext uri="{FF2B5EF4-FFF2-40B4-BE49-F238E27FC236}">
                <a16:creationId xmlns:a16="http://schemas.microsoft.com/office/drawing/2014/main" id="{495EDB2B-9C5F-4A76-8E04-02121401D091}"/>
              </a:ext>
            </a:extLst>
          </p:cNvPr>
          <p:cNvSpPr>
            <a:spLocks xmlns:a="http://schemas.openxmlformats.org/drawingml/2006/main" noGrp="1"/>
          </p:cNvSpPr>
          <p:nvPr/>
        </p:nvSpPr>
        <p:spPr>
          <a:xfrm xmlns:a="http://schemas.openxmlformats.org/drawingml/2006/main">
            <a:off x="4381500" y="2962275"/>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12A3A"/>
                </a:solidFill>
                <a:latin typeface="Arial"/>
                <a:ea typeface="Arial"/>
                <a:cs typeface="Arial"/>
              </a:defRPr>
            </a:defPPr>
            <a:lvl1pPr>
              <a:defRPr sz="2250" b="0">
                <a:solidFill>
                  <a:srgbClr val="112A3A"/>
                </a:solidFill>
                <a:latin typeface="Arial"/>
                <a:ea typeface="Arial"/>
                <a:cs typeface="Arial"/>
              </a:defRPr>
            </a:lvl1pPr>
            <a:lvl2pPr>
              <a:defRPr sz="2250" b="0">
                <a:solidFill>
                  <a:srgbClr val="112A3A"/>
                </a:solidFill>
                <a:latin typeface="Arial"/>
                <a:ea typeface="Arial"/>
                <a:cs typeface="Arial"/>
              </a:defRPr>
            </a:lvl2pPr>
            <a:lvl3pPr>
              <a:defRPr sz="2250" b="0">
                <a:solidFill>
                  <a:srgbClr val="112A3A"/>
                </a:solidFill>
                <a:latin typeface="Arial"/>
                <a:ea typeface="Arial"/>
                <a:cs typeface="Arial"/>
              </a:defRPr>
            </a:lvl3pPr>
            <a:lvl4pPr>
              <a:defRPr sz="2250" b="0">
                <a:solidFill>
                  <a:srgbClr val="112A3A"/>
                </a:solidFill>
                <a:latin typeface="Arial"/>
                <a:ea typeface="Arial"/>
                <a:cs typeface="Arial"/>
              </a:defRPr>
            </a:lvl4pPr>
            <a:lvl5pPr>
              <a:defRPr sz="2250" b="0">
                <a:solidFill>
                  <a:srgbClr val="112A3A"/>
                </a:solidFill>
                <a:latin typeface="Arial"/>
                <a:ea typeface="Arial"/>
                <a:cs typeface="Arial"/>
              </a:defRPr>
            </a:lvl5pPr>
            <a:lvl6pPr>
              <a:defRPr sz="2250" b="0">
                <a:solidFill>
                  <a:srgbClr val="112A3A"/>
                </a:solidFill>
                <a:latin typeface="Arial"/>
                <a:ea typeface="Arial"/>
                <a:cs typeface="Arial"/>
              </a:defRPr>
            </a:lvl6pPr>
            <a:lvl7pPr>
              <a:defRPr sz="2250" b="0">
                <a:solidFill>
                  <a:srgbClr val="112A3A"/>
                </a:solidFill>
                <a:latin typeface="Arial"/>
                <a:ea typeface="Arial"/>
                <a:cs typeface="Arial"/>
              </a:defRPr>
            </a:lvl7pPr>
            <a:lvl8pPr>
              <a:defRPr sz="2250" b="0">
                <a:solidFill>
                  <a:srgbClr val="112A3A"/>
                </a:solidFill>
                <a:latin typeface="Arial"/>
                <a:ea typeface="Arial"/>
                <a:cs typeface="Arial"/>
              </a:defRPr>
            </a:lvl8pPr>
            <a:lvl9pPr>
              <a:defRPr sz="2250" b="0">
                <a:solidFill>
                  <a:srgbClr val="112A3A"/>
                </a:solidFill>
                <a:latin typeface="Arial"/>
                <a:ea typeface="Arial"/>
                <a:cs typeface="Arial"/>
              </a:defRPr>
            </a:lvl9pPr>
          </a:lstStyle>
          <a:p xmlns:a="http://schemas.openxmlformats.org/drawingml/2006/main">
            <a:pPr>
              <a:defRPr sz="2250" b="0">
                <a:solidFill>
                  <a:srgbClr val="112A3A"/>
                </a:solidFill>
                <a:latin typeface="Arial"/>
                <a:ea typeface="Arial"/>
                <a:cs typeface="Arial"/>
              </a:defRPr>
            </a:pPr>
            <a:r>
              <a:rPr sz="2250" b="0">
                <a:solidFill>
                  <a:srgbClr val="112A3A"/>
                </a:solidFill>
                <a:latin typeface="Arial"/>
                <a:ea typeface="Arial"/>
                <a:cs typeface="Arial"/>
              </a:rPr>
              <a:t>Registru, documente și verificarea schimbărilor bancare</a:t>
            </a:r>
          </a:p>
        </p:txBody>
      </p:sp>
      <p:sp>
        <p:nvSpPr>
          <p:cNvPr id="8" name="row-label">
            <a:extLst xmlns:a="http://schemas.openxmlformats.org/drawingml/2006/main">
              <a:ext uri="{FF2B5EF4-FFF2-40B4-BE49-F238E27FC236}">
                <a16:creationId xmlns:a16="http://schemas.microsoft.com/office/drawing/2014/main" id="{E9BCFBE0-8808-45F4-9EE4-BBF3CDDB6A82}"/>
              </a:ext>
            </a:extLst>
          </p:cNvPr>
          <p:cNvSpPr>
            <a:spLocks xmlns:a="http://schemas.openxmlformats.org/drawingml/2006/main" noGrp="1"/>
          </p:cNvSpPr>
          <p:nvPr/>
        </p:nvSpPr>
        <p:spPr>
          <a:xfrm xmlns:a="http://schemas.openxmlformats.org/drawingml/2006/main">
            <a:off x="647700" y="382905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2A3A"/>
                </a:solidFill>
                <a:latin typeface="Arial"/>
                <a:ea typeface="Arial"/>
                <a:cs typeface="Arial"/>
              </a:defRPr>
            </a:defPPr>
            <a:lvl1pPr>
              <a:defRPr sz="2250" b="1">
                <a:solidFill>
                  <a:srgbClr val="112A3A"/>
                </a:solidFill>
                <a:latin typeface="Arial"/>
                <a:ea typeface="Arial"/>
                <a:cs typeface="Arial"/>
              </a:defRPr>
            </a:lvl1pPr>
            <a:lvl2pPr>
              <a:defRPr sz="2250" b="1">
                <a:solidFill>
                  <a:srgbClr val="112A3A"/>
                </a:solidFill>
                <a:latin typeface="Arial"/>
                <a:ea typeface="Arial"/>
                <a:cs typeface="Arial"/>
              </a:defRPr>
            </a:lvl2pPr>
            <a:lvl3pPr>
              <a:defRPr sz="2250" b="1">
                <a:solidFill>
                  <a:srgbClr val="112A3A"/>
                </a:solidFill>
                <a:latin typeface="Arial"/>
                <a:ea typeface="Arial"/>
                <a:cs typeface="Arial"/>
              </a:defRPr>
            </a:lvl3pPr>
            <a:lvl4pPr>
              <a:defRPr sz="2250" b="1">
                <a:solidFill>
                  <a:srgbClr val="112A3A"/>
                </a:solidFill>
                <a:latin typeface="Arial"/>
                <a:ea typeface="Arial"/>
                <a:cs typeface="Arial"/>
              </a:defRPr>
            </a:lvl4pPr>
            <a:lvl5pPr>
              <a:defRPr sz="2250" b="1">
                <a:solidFill>
                  <a:srgbClr val="112A3A"/>
                </a:solidFill>
                <a:latin typeface="Arial"/>
                <a:ea typeface="Arial"/>
                <a:cs typeface="Arial"/>
              </a:defRPr>
            </a:lvl5pPr>
            <a:lvl6pPr>
              <a:defRPr sz="2250" b="1">
                <a:solidFill>
                  <a:srgbClr val="112A3A"/>
                </a:solidFill>
                <a:latin typeface="Arial"/>
                <a:ea typeface="Arial"/>
                <a:cs typeface="Arial"/>
              </a:defRPr>
            </a:lvl6pPr>
            <a:lvl7pPr>
              <a:defRPr sz="2250" b="1">
                <a:solidFill>
                  <a:srgbClr val="112A3A"/>
                </a:solidFill>
                <a:latin typeface="Arial"/>
                <a:ea typeface="Arial"/>
                <a:cs typeface="Arial"/>
              </a:defRPr>
            </a:lvl7pPr>
            <a:lvl8pPr>
              <a:defRPr sz="2250" b="1">
                <a:solidFill>
                  <a:srgbClr val="112A3A"/>
                </a:solidFill>
                <a:latin typeface="Arial"/>
                <a:ea typeface="Arial"/>
                <a:cs typeface="Arial"/>
              </a:defRPr>
            </a:lvl8pPr>
            <a:lvl9pPr>
              <a:defRPr sz="2250" b="1">
                <a:solidFill>
                  <a:srgbClr val="112A3A"/>
                </a:solidFill>
                <a:latin typeface="Arial"/>
                <a:ea typeface="Arial"/>
                <a:cs typeface="Arial"/>
              </a:defRPr>
            </a:lvl9pPr>
          </a:lstStyle>
          <a:p xmlns:a="http://schemas.openxmlformats.org/drawingml/2006/main">
            <a:pPr>
              <a:defRPr sz="2250" b="1">
                <a:solidFill>
                  <a:srgbClr val="112A3A"/>
                </a:solidFill>
                <a:latin typeface="Arial"/>
                <a:ea typeface="Arial"/>
                <a:cs typeface="Arial"/>
              </a:defRPr>
            </a:pPr>
            <a:r>
              <a:rPr sz="2250" b="1">
                <a:solidFill>
                  <a:srgbClr val="112A3A"/>
                </a:solidFill>
                <a:latin typeface="Arial"/>
                <a:ea typeface="Arial"/>
                <a:cs typeface="Arial"/>
              </a:rPr>
              <a:t>Arhitectură</a:t>
            </a:r>
          </a:p>
        </p:txBody>
      </p:sp>
      <p:sp>
        <p:nvSpPr>
          <p:cNvPr id="9" name="row-body">
            <a:extLst xmlns:a="http://schemas.openxmlformats.org/drawingml/2006/main">
              <a:ext uri="{FF2B5EF4-FFF2-40B4-BE49-F238E27FC236}">
                <a16:creationId xmlns:a16="http://schemas.microsoft.com/office/drawing/2014/main" id="{9BC17FC6-F956-49CD-98DF-C0F2048B3397}"/>
              </a:ext>
            </a:extLst>
          </p:cNvPr>
          <p:cNvSpPr>
            <a:spLocks xmlns:a="http://schemas.openxmlformats.org/drawingml/2006/main" noGrp="1"/>
          </p:cNvSpPr>
          <p:nvPr/>
        </p:nvSpPr>
        <p:spPr>
          <a:xfrm xmlns:a="http://schemas.openxmlformats.org/drawingml/2006/main">
            <a:off x="4381500" y="3829050"/>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12A3A"/>
                </a:solidFill>
                <a:latin typeface="Arial"/>
                <a:ea typeface="Arial"/>
                <a:cs typeface="Arial"/>
              </a:defRPr>
            </a:defPPr>
            <a:lvl1pPr>
              <a:defRPr sz="2250" b="0">
                <a:solidFill>
                  <a:srgbClr val="112A3A"/>
                </a:solidFill>
                <a:latin typeface="Arial"/>
                <a:ea typeface="Arial"/>
                <a:cs typeface="Arial"/>
              </a:defRPr>
            </a:lvl1pPr>
            <a:lvl2pPr>
              <a:defRPr sz="2250" b="0">
                <a:solidFill>
                  <a:srgbClr val="112A3A"/>
                </a:solidFill>
                <a:latin typeface="Arial"/>
                <a:ea typeface="Arial"/>
                <a:cs typeface="Arial"/>
              </a:defRPr>
            </a:lvl2pPr>
            <a:lvl3pPr>
              <a:defRPr sz="2250" b="0">
                <a:solidFill>
                  <a:srgbClr val="112A3A"/>
                </a:solidFill>
                <a:latin typeface="Arial"/>
                <a:ea typeface="Arial"/>
                <a:cs typeface="Arial"/>
              </a:defRPr>
            </a:lvl3pPr>
            <a:lvl4pPr>
              <a:defRPr sz="2250" b="0">
                <a:solidFill>
                  <a:srgbClr val="112A3A"/>
                </a:solidFill>
                <a:latin typeface="Arial"/>
                <a:ea typeface="Arial"/>
                <a:cs typeface="Arial"/>
              </a:defRPr>
            </a:lvl4pPr>
            <a:lvl5pPr>
              <a:defRPr sz="2250" b="0">
                <a:solidFill>
                  <a:srgbClr val="112A3A"/>
                </a:solidFill>
                <a:latin typeface="Arial"/>
                <a:ea typeface="Arial"/>
                <a:cs typeface="Arial"/>
              </a:defRPr>
            </a:lvl5pPr>
            <a:lvl6pPr>
              <a:defRPr sz="2250" b="0">
                <a:solidFill>
                  <a:srgbClr val="112A3A"/>
                </a:solidFill>
                <a:latin typeface="Arial"/>
                <a:ea typeface="Arial"/>
                <a:cs typeface="Arial"/>
              </a:defRPr>
            </a:lvl6pPr>
            <a:lvl7pPr>
              <a:defRPr sz="2250" b="0">
                <a:solidFill>
                  <a:srgbClr val="112A3A"/>
                </a:solidFill>
                <a:latin typeface="Arial"/>
                <a:ea typeface="Arial"/>
                <a:cs typeface="Arial"/>
              </a:defRPr>
            </a:lvl7pPr>
            <a:lvl8pPr>
              <a:defRPr sz="2250" b="0">
                <a:solidFill>
                  <a:srgbClr val="112A3A"/>
                </a:solidFill>
                <a:latin typeface="Arial"/>
                <a:ea typeface="Arial"/>
                <a:cs typeface="Arial"/>
              </a:defRPr>
            </a:lvl8pPr>
            <a:lvl9pPr>
              <a:defRPr sz="2250" b="0">
                <a:solidFill>
                  <a:srgbClr val="112A3A"/>
                </a:solidFill>
                <a:latin typeface="Arial"/>
                <a:ea typeface="Arial"/>
                <a:cs typeface="Arial"/>
              </a:defRPr>
            </a:lvl9pPr>
          </a:lstStyle>
          <a:p xmlns:a="http://schemas.openxmlformats.org/drawingml/2006/main">
            <a:pPr>
              <a:defRPr sz="2250" b="0">
                <a:solidFill>
                  <a:srgbClr val="112A3A"/>
                </a:solidFill>
                <a:latin typeface="Arial"/>
                <a:ea typeface="Arial"/>
                <a:cs typeface="Arial"/>
              </a:defRPr>
            </a:pPr>
            <a:r>
              <a:rPr sz="2250" b="0">
                <a:solidFill>
                  <a:srgbClr val="112A3A"/>
                </a:solidFill>
                <a:latin typeface="Arial"/>
                <a:ea typeface="Arial"/>
                <a:cs typeface="Arial"/>
              </a:rPr>
              <a:t>React + TypeScript, FastAPI, SQLAlchemy și SQLite</a:t>
            </a:r>
          </a:p>
        </p:txBody>
      </p:sp>
      <p:sp>
        <p:nvSpPr>
          <p:cNvPr id="10" name="row-label">
            <a:extLst xmlns:a="http://schemas.openxmlformats.org/drawingml/2006/main">
              <a:ext uri="{FF2B5EF4-FFF2-40B4-BE49-F238E27FC236}">
                <a16:creationId xmlns:a16="http://schemas.microsoft.com/office/drawing/2014/main" id="{B3145D3B-DF5E-46A1-BF25-47BA0B0F1F27}"/>
              </a:ext>
            </a:extLst>
          </p:cNvPr>
          <p:cNvSpPr>
            <a:spLocks xmlns:a="http://schemas.openxmlformats.org/drawingml/2006/main" noGrp="1"/>
          </p:cNvSpPr>
          <p:nvPr/>
        </p:nvSpPr>
        <p:spPr>
          <a:xfrm xmlns:a="http://schemas.openxmlformats.org/drawingml/2006/main">
            <a:off x="647700" y="469582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12A3A"/>
                </a:solidFill>
                <a:latin typeface="Arial"/>
                <a:ea typeface="Arial"/>
                <a:cs typeface="Arial"/>
              </a:defRPr>
            </a:defPPr>
            <a:lvl1pPr>
              <a:defRPr sz="2250" b="1">
                <a:solidFill>
                  <a:srgbClr val="112A3A"/>
                </a:solidFill>
                <a:latin typeface="Arial"/>
                <a:ea typeface="Arial"/>
                <a:cs typeface="Arial"/>
              </a:defRPr>
            </a:lvl1pPr>
            <a:lvl2pPr>
              <a:defRPr sz="2250" b="1">
                <a:solidFill>
                  <a:srgbClr val="112A3A"/>
                </a:solidFill>
                <a:latin typeface="Arial"/>
                <a:ea typeface="Arial"/>
                <a:cs typeface="Arial"/>
              </a:defRPr>
            </a:lvl2pPr>
            <a:lvl3pPr>
              <a:defRPr sz="2250" b="1">
                <a:solidFill>
                  <a:srgbClr val="112A3A"/>
                </a:solidFill>
                <a:latin typeface="Arial"/>
                <a:ea typeface="Arial"/>
                <a:cs typeface="Arial"/>
              </a:defRPr>
            </a:lvl3pPr>
            <a:lvl4pPr>
              <a:defRPr sz="2250" b="1">
                <a:solidFill>
                  <a:srgbClr val="112A3A"/>
                </a:solidFill>
                <a:latin typeface="Arial"/>
                <a:ea typeface="Arial"/>
                <a:cs typeface="Arial"/>
              </a:defRPr>
            </a:lvl4pPr>
            <a:lvl5pPr>
              <a:defRPr sz="2250" b="1">
                <a:solidFill>
                  <a:srgbClr val="112A3A"/>
                </a:solidFill>
                <a:latin typeface="Arial"/>
                <a:ea typeface="Arial"/>
                <a:cs typeface="Arial"/>
              </a:defRPr>
            </a:lvl5pPr>
            <a:lvl6pPr>
              <a:defRPr sz="2250" b="1">
                <a:solidFill>
                  <a:srgbClr val="112A3A"/>
                </a:solidFill>
                <a:latin typeface="Arial"/>
                <a:ea typeface="Arial"/>
                <a:cs typeface="Arial"/>
              </a:defRPr>
            </a:lvl6pPr>
            <a:lvl7pPr>
              <a:defRPr sz="2250" b="1">
                <a:solidFill>
                  <a:srgbClr val="112A3A"/>
                </a:solidFill>
                <a:latin typeface="Arial"/>
                <a:ea typeface="Arial"/>
                <a:cs typeface="Arial"/>
              </a:defRPr>
            </a:lvl7pPr>
            <a:lvl8pPr>
              <a:defRPr sz="2250" b="1">
                <a:solidFill>
                  <a:srgbClr val="112A3A"/>
                </a:solidFill>
                <a:latin typeface="Arial"/>
                <a:ea typeface="Arial"/>
                <a:cs typeface="Arial"/>
              </a:defRPr>
            </a:lvl8pPr>
            <a:lvl9pPr>
              <a:defRPr sz="2250" b="1">
                <a:solidFill>
                  <a:srgbClr val="112A3A"/>
                </a:solidFill>
                <a:latin typeface="Arial"/>
                <a:ea typeface="Arial"/>
                <a:cs typeface="Arial"/>
              </a:defRPr>
            </a:lvl9pPr>
          </a:lstStyle>
          <a:p xmlns:a="http://schemas.openxmlformats.org/drawingml/2006/main">
            <a:pPr>
              <a:defRPr sz="2250" b="1">
                <a:solidFill>
                  <a:srgbClr val="112A3A"/>
                </a:solidFill>
                <a:latin typeface="Arial"/>
                <a:ea typeface="Arial"/>
                <a:cs typeface="Arial"/>
              </a:defRPr>
            </a:pPr>
            <a:r>
              <a:rPr sz="2250" b="1">
                <a:solidFill>
                  <a:srgbClr val="112A3A"/>
                </a:solidFill>
                <a:latin typeface="Arial"/>
                <a:ea typeface="Arial"/>
                <a:cs typeface="Arial"/>
              </a:rPr>
              <a:t>Controlul accesului</a:t>
            </a:r>
          </a:p>
        </p:txBody>
      </p:sp>
      <p:sp>
        <p:nvSpPr>
          <p:cNvPr id="11" name="row-body">
            <a:extLst xmlns:a="http://schemas.openxmlformats.org/drawingml/2006/main">
              <a:ext uri="{FF2B5EF4-FFF2-40B4-BE49-F238E27FC236}">
                <a16:creationId xmlns:a16="http://schemas.microsoft.com/office/drawing/2014/main" id="{0B1EB4D2-6296-4BFB-B29A-E41D87079C88}"/>
              </a:ext>
            </a:extLst>
          </p:cNvPr>
          <p:cNvSpPr>
            <a:spLocks xmlns:a="http://schemas.openxmlformats.org/drawingml/2006/main" noGrp="1"/>
          </p:cNvSpPr>
          <p:nvPr/>
        </p:nvSpPr>
        <p:spPr>
          <a:xfrm xmlns:a="http://schemas.openxmlformats.org/drawingml/2006/main">
            <a:off x="4381500" y="4695825"/>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12A3A"/>
                </a:solidFill>
                <a:latin typeface="Arial"/>
                <a:ea typeface="Arial"/>
                <a:cs typeface="Arial"/>
              </a:defRPr>
            </a:defPPr>
            <a:lvl1pPr>
              <a:defRPr sz="2250" b="0">
                <a:solidFill>
                  <a:srgbClr val="112A3A"/>
                </a:solidFill>
                <a:latin typeface="Arial"/>
                <a:ea typeface="Arial"/>
                <a:cs typeface="Arial"/>
              </a:defRPr>
            </a:lvl1pPr>
            <a:lvl2pPr>
              <a:defRPr sz="2250" b="0">
                <a:solidFill>
                  <a:srgbClr val="112A3A"/>
                </a:solidFill>
                <a:latin typeface="Arial"/>
                <a:ea typeface="Arial"/>
                <a:cs typeface="Arial"/>
              </a:defRPr>
            </a:lvl2pPr>
            <a:lvl3pPr>
              <a:defRPr sz="2250" b="0">
                <a:solidFill>
                  <a:srgbClr val="112A3A"/>
                </a:solidFill>
                <a:latin typeface="Arial"/>
                <a:ea typeface="Arial"/>
                <a:cs typeface="Arial"/>
              </a:defRPr>
            </a:lvl3pPr>
            <a:lvl4pPr>
              <a:defRPr sz="2250" b="0">
                <a:solidFill>
                  <a:srgbClr val="112A3A"/>
                </a:solidFill>
                <a:latin typeface="Arial"/>
                <a:ea typeface="Arial"/>
                <a:cs typeface="Arial"/>
              </a:defRPr>
            </a:lvl4pPr>
            <a:lvl5pPr>
              <a:defRPr sz="2250" b="0">
                <a:solidFill>
                  <a:srgbClr val="112A3A"/>
                </a:solidFill>
                <a:latin typeface="Arial"/>
                <a:ea typeface="Arial"/>
                <a:cs typeface="Arial"/>
              </a:defRPr>
            </a:lvl5pPr>
            <a:lvl6pPr>
              <a:defRPr sz="2250" b="0">
                <a:solidFill>
                  <a:srgbClr val="112A3A"/>
                </a:solidFill>
                <a:latin typeface="Arial"/>
                <a:ea typeface="Arial"/>
                <a:cs typeface="Arial"/>
              </a:defRPr>
            </a:lvl6pPr>
            <a:lvl7pPr>
              <a:defRPr sz="2250" b="0">
                <a:solidFill>
                  <a:srgbClr val="112A3A"/>
                </a:solidFill>
                <a:latin typeface="Arial"/>
                <a:ea typeface="Arial"/>
                <a:cs typeface="Arial"/>
              </a:defRPr>
            </a:lvl7pPr>
            <a:lvl8pPr>
              <a:defRPr sz="2250" b="0">
                <a:solidFill>
                  <a:srgbClr val="112A3A"/>
                </a:solidFill>
                <a:latin typeface="Arial"/>
                <a:ea typeface="Arial"/>
                <a:cs typeface="Arial"/>
              </a:defRPr>
            </a:lvl8pPr>
            <a:lvl9pPr>
              <a:defRPr sz="2250" b="0">
                <a:solidFill>
                  <a:srgbClr val="112A3A"/>
                </a:solidFill>
                <a:latin typeface="Arial"/>
                <a:ea typeface="Arial"/>
                <a:cs typeface="Arial"/>
              </a:defRPr>
            </a:lvl9pPr>
          </a:lstStyle>
          <a:p xmlns:a="http://schemas.openxmlformats.org/drawingml/2006/main">
            <a:pPr>
              <a:defRPr sz="2250" b="0">
                <a:solidFill>
                  <a:srgbClr val="112A3A"/>
                </a:solidFill>
                <a:latin typeface="Arial"/>
                <a:ea typeface="Arial"/>
                <a:cs typeface="Arial"/>
              </a:defRPr>
            </a:pPr>
            <a:r>
              <a:rPr sz="2250" b="0">
                <a:solidFill>
                  <a:srgbClr val="112A3A"/>
                </a:solidFill>
                <a:latin typeface="Arial"/>
                <a:ea typeface="Arial"/>
                <a:cs typeface="Arial"/>
              </a:rPr>
              <a:t>Keycloak, permisiuni locale și schimb prin gateway</a:t>
            </a:r>
          </a:p>
        </p:txBody>
      </p:sp>
      <p:sp>
        <p:nvSpPr>
          <p:cNvPr id="12" name="takeaway">
            <a:extLst xmlns:a="http://schemas.openxmlformats.org/drawingml/2006/main">
              <a:ext uri="{FF2B5EF4-FFF2-40B4-BE49-F238E27FC236}">
                <a16:creationId xmlns:a16="http://schemas.microsoft.com/office/drawing/2014/main" id="{E32E580C-FD94-424F-81AD-582454ADBF96}"/>
              </a:ext>
            </a:extLst>
          </p:cNvPr>
          <p:cNvSpPr>
            <a:spLocks xmlns:a="http://schemas.openxmlformats.org/drawingml/2006/main" noGrp="1"/>
          </p:cNvSpPr>
          <p:nvPr/>
        </p:nvSpPr>
        <p:spPr>
          <a:xfrm xmlns:a="http://schemas.openxmlformats.org/drawingml/2006/main">
            <a:off x="647700" y="58769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976"/>
                </a:solidFill>
                <a:latin typeface="Arial"/>
                <a:ea typeface="Arial"/>
                <a:cs typeface="Arial"/>
              </a:defRPr>
            </a:defPPr>
            <a:lvl1pPr>
              <a:defRPr sz="1800" b="0">
                <a:solidFill>
                  <a:srgbClr val="526976"/>
                </a:solidFill>
                <a:latin typeface="Arial"/>
                <a:ea typeface="Arial"/>
                <a:cs typeface="Arial"/>
              </a:defRPr>
            </a:lvl1pPr>
            <a:lvl2pPr>
              <a:defRPr sz="1800" b="0">
                <a:solidFill>
                  <a:srgbClr val="526976"/>
                </a:solidFill>
                <a:latin typeface="Arial"/>
                <a:ea typeface="Arial"/>
                <a:cs typeface="Arial"/>
              </a:defRPr>
            </a:lvl2pPr>
            <a:lvl3pPr>
              <a:defRPr sz="1800" b="0">
                <a:solidFill>
                  <a:srgbClr val="526976"/>
                </a:solidFill>
                <a:latin typeface="Arial"/>
                <a:ea typeface="Arial"/>
                <a:cs typeface="Arial"/>
              </a:defRPr>
            </a:lvl3pPr>
            <a:lvl4pPr>
              <a:defRPr sz="1800" b="0">
                <a:solidFill>
                  <a:srgbClr val="526976"/>
                </a:solidFill>
                <a:latin typeface="Arial"/>
                <a:ea typeface="Arial"/>
                <a:cs typeface="Arial"/>
              </a:defRPr>
            </a:lvl4pPr>
            <a:lvl5pPr>
              <a:defRPr sz="1800" b="0">
                <a:solidFill>
                  <a:srgbClr val="526976"/>
                </a:solidFill>
                <a:latin typeface="Arial"/>
                <a:ea typeface="Arial"/>
                <a:cs typeface="Arial"/>
              </a:defRPr>
            </a:lvl5pPr>
            <a:lvl6pPr>
              <a:defRPr sz="1800" b="0">
                <a:solidFill>
                  <a:srgbClr val="526976"/>
                </a:solidFill>
                <a:latin typeface="Arial"/>
                <a:ea typeface="Arial"/>
                <a:cs typeface="Arial"/>
              </a:defRPr>
            </a:lvl6pPr>
            <a:lvl7pPr>
              <a:defRPr sz="1800" b="0">
                <a:solidFill>
                  <a:srgbClr val="526976"/>
                </a:solidFill>
                <a:latin typeface="Arial"/>
                <a:ea typeface="Arial"/>
                <a:cs typeface="Arial"/>
              </a:defRPr>
            </a:lvl7pPr>
            <a:lvl8pPr>
              <a:defRPr sz="1800" b="0">
                <a:solidFill>
                  <a:srgbClr val="526976"/>
                </a:solidFill>
                <a:latin typeface="Arial"/>
                <a:ea typeface="Arial"/>
                <a:cs typeface="Arial"/>
              </a:defRPr>
            </a:lvl8pPr>
            <a:lvl9pPr>
              <a:defRPr sz="1800" b="0">
                <a:solidFill>
                  <a:srgbClr val="526976"/>
                </a:solidFill>
                <a:latin typeface="Arial"/>
                <a:ea typeface="Arial"/>
                <a:cs typeface="Arial"/>
              </a:defRPr>
            </a:lvl9pPr>
          </a:lstStyle>
          <a:p xmlns:a="http://schemas.openxmlformats.org/drawingml/2006/main">
            <a:pPr>
              <a:defRPr sz="1800" b="0">
                <a:solidFill>
                  <a:srgbClr val="526976"/>
                </a:solidFill>
                <a:latin typeface="Arial"/>
                <a:ea typeface="Arial"/>
                <a:cs typeface="Arial"/>
              </a:defRPr>
            </a:pPr>
            <a:r>
              <a:rPr sz="1800" b="0">
                <a:solidFill>
                  <a:srgbClr val="526976"/>
                </a:solidFill>
                <a:latin typeface="Arial"/>
                <a:ea typeface="Arial"/>
                <a:cs typeface="Arial"/>
              </a:rPr>
              <a:t>OCR local. Luna prin API. Docker. Tailscale opțional.</a:t>
            </a:r>
          </a:p>
        </p:txBody>
      </p:sp>
    </p:spTree>
    <p:extLst>
      <p:ext uri="{BB962C8B-B14F-4D97-AF65-F5344CB8AC3E}">
        <p14:creationId xmlns:p14="http://schemas.microsoft.com/office/powerpoint/2010/main" val="5656528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2026-11-01T11:50:42.2560000Z</dcterms:created>
  <dcterms:modified xsi:type="dcterms:W3CDTF">2026-11-01T11:50:42.2570000Z</dcterms:modified>
</coreProperties>
</file>